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B95"/>
    <a:srgbClr val="DCB983"/>
    <a:srgbClr val="E7B794"/>
    <a:srgbClr val="EFA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D7EF1-A465-4EA3-9CEB-D46B25EEC5F0}" v="417" dt="2023-10-25T22:36:53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9CDCAC-19C7-4FB6-926E-09A6026D2CC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7F1C9B-BDB6-4CCF-9935-8AB709638EF0}">
      <dgm:prSet/>
      <dgm:spPr/>
      <dgm:t>
        <a:bodyPr/>
        <a:lstStyle/>
        <a:p>
          <a:r>
            <a:rPr lang="fr-FR"/>
            <a:t>Présentation du Jeu de Nim</a:t>
          </a:r>
          <a:endParaRPr lang="en-US"/>
        </a:p>
      </dgm:t>
    </dgm:pt>
    <dgm:pt modelId="{FBD6A486-D0A5-4B23-B574-31BB3B1791F4}" type="parTrans" cxnId="{29C4A546-C5A1-4183-A98E-22E7EB070077}">
      <dgm:prSet/>
      <dgm:spPr/>
      <dgm:t>
        <a:bodyPr/>
        <a:lstStyle/>
        <a:p>
          <a:endParaRPr lang="en-US"/>
        </a:p>
      </dgm:t>
    </dgm:pt>
    <dgm:pt modelId="{D8697DB2-690F-4E21-BF6A-5F31C72241C0}" type="sibTrans" cxnId="{29C4A546-C5A1-4183-A98E-22E7EB070077}">
      <dgm:prSet/>
      <dgm:spPr/>
      <dgm:t>
        <a:bodyPr/>
        <a:lstStyle/>
        <a:p>
          <a:endParaRPr lang="en-US"/>
        </a:p>
      </dgm:t>
    </dgm:pt>
    <dgm:pt modelId="{40551DD4-7E24-4899-8E58-30620B2D522C}">
      <dgm:prSet/>
      <dgm:spPr/>
      <dgm:t>
        <a:bodyPr/>
        <a:lstStyle/>
        <a:p>
          <a:r>
            <a:rPr lang="fr-FR"/>
            <a:t>Problématique du TIPE</a:t>
          </a:r>
          <a:endParaRPr lang="en-US"/>
        </a:p>
      </dgm:t>
    </dgm:pt>
    <dgm:pt modelId="{81E4BFC9-A1C9-4523-BEDE-E4C46F0DC673}" type="parTrans" cxnId="{B6B5697E-4485-4D82-A801-0F0915D850D8}">
      <dgm:prSet/>
      <dgm:spPr/>
      <dgm:t>
        <a:bodyPr/>
        <a:lstStyle/>
        <a:p>
          <a:endParaRPr lang="en-US"/>
        </a:p>
      </dgm:t>
    </dgm:pt>
    <dgm:pt modelId="{8ACF71B3-9222-434C-B420-02138B7F2F4B}" type="sibTrans" cxnId="{B6B5697E-4485-4D82-A801-0F0915D850D8}">
      <dgm:prSet/>
      <dgm:spPr/>
      <dgm:t>
        <a:bodyPr/>
        <a:lstStyle/>
        <a:p>
          <a:endParaRPr lang="en-US"/>
        </a:p>
      </dgm:t>
    </dgm:pt>
    <dgm:pt modelId="{558F2E3E-7840-401C-89EB-60FA125D267F}">
      <dgm:prSet/>
      <dgm:spPr/>
      <dgm:t>
        <a:bodyPr/>
        <a:lstStyle/>
        <a:p>
          <a:r>
            <a:rPr lang="fr-FR"/>
            <a:t>Objectifs du TIPE</a:t>
          </a:r>
          <a:endParaRPr lang="en-US"/>
        </a:p>
      </dgm:t>
    </dgm:pt>
    <dgm:pt modelId="{8084C0CD-AA65-44F6-AF59-0E9FAC8B14BE}" type="parTrans" cxnId="{482CDEE9-4D51-4FDE-9DB4-2C02BD7066FC}">
      <dgm:prSet/>
      <dgm:spPr/>
      <dgm:t>
        <a:bodyPr/>
        <a:lstStyle/>
        <a:p>
          <a:endParaRPr lang="en-US"/>
        </a:p>
      </dgm:t>
    </dgm:pt>
    <dgm:pt modelId="{AEE1A334-B9BA-4BAC-B46D-A5B60199DAE6}" type="sibTrans" cxnId="{482CDEE9-4D51-4FDE-9DB4-2C02BD7066FC}">
      <dgm:prSet/>
      <dgm:spPr/>
      <dgm:t>
        <a:bodyPr/>
        <a:lstStyle/>
        <a:p>
          <a:endParaRPr lang="en-US"/>
        </a:p>
      </dgm:t>
    </dgm:pt>
    <dgm:pt modelId="{27C203C1-0CE8-4F56-94CB-C725CC39142A}">
      <dgm:prSet/>
      <dgm:spPr/>
      <dgm:t>
        <a:bodyPr/>
        <a:lstStyle/>
        <a:p>
          <a:r>
            <a:rPr lang="fr-FR"/>
            <a:t>Pan d'étude </a:t>
          </a:r>
          <a:endParaRPr lang="en-US"/>
        </a:p>
      </dgm:t>
    </dgm:pt>
    <dgm:pt modelId="{EFF76D61-4737-4AAB-B04D-D24F12A1FA0F}" type="parTrans" cxnId="{4FFF2756-3F2E-453F-B6B5-E9A51C1157B5}">
      <dgm:prSet/>
      <dgm:spPr/>
      <dgm:t>
        <a:bodyPr/>
        <a:lstStyle/>
        <a:p>
          <a:endParaRPr lang="en-US"/>
        </a:p>
      </dgm:t>
    </dgm:pt>
    <dgm:pt modelId="{9D441B64-6590-46F0-AB91-05512498A5CF}" type="sibTrans" cxnId="{4FFF2756-3F2E-453F-B6B5-E9A51C1157B5}">
      <dgm:prSet/>
      <dgm:spPr/>
      <dgm:t>
        <a:bodyPr/>
        <a:lstStyle/>
        <a:p>
          <a:endParaRPr lang="en-US"/>
        </a:p>
      </dgm:t>
    </dgm:pt>
    <dgm:pt modelId="{0FFE83B0-6445-4518-8719-4713FE113C88}" type="pres">
      <dgm:prSet presAssocID="{0B9CDCAC-19C7-4FB6-926E-09A6026D2CC6}" presName="outerComposite" presStyleCnt="0">
        <dgm:presLayoutVars>
          <dgm:chMax val="5"/>
          <dgm:dir/>
          <dgm:resizeHandles val="exact"/>
        </dgm:presLayoutVars>
      </dgm:prSet>
      <dgm:spPr/>
    </dgm:pt>
    <dgm:pt modelId="{40C05B31-9ACB-4867-90FE-806D1B0B44F9}" type="pres">
      <dgm:prSet presAssocID="{0B9CDCAC-19C7-4FB6-926E-09A6026D2CC6}" presName="dummyMaxCanvas" presStyleCnt="0">
        <dgm:presLayoutVars/>
      </dgm:prSet>
      <dgm:spPr/>
    </dgm:pt>
    <dgm:pt modelId="{D85F3504-8EBB-463B-BC65-B1422236B535}" type="pres">
      <dgm:prSet presAssocID="{0B9CDCAC-19C7-4FB6-926E-09A6026D2CC6}" presName="FourNodes_1" presStyleLbl="node1" presStyleIdx="0" presStyleCnt="4">
        <dgm:presLayoutVars>
          <dgm:bulletEnabled val="1"/>
        </dgm:presLayoutVars>
      </dgm:prSet>
      <dgm:spPr/>
    </dgm:pt>
    <dgm:pt modelId="{B68C3583-ADE6-4315-81CC-DE00E94E71F0}" type="pres">
      <dgm:prSet presAssocID="{0B9CDCAC-19C7-4FB6-926E-09A6026D2CC6}" presName="FourNodes_2" presStyleLbl="node1" presStyleIdx="1" presStyleCnt="4">
        <dgm:presLayoutVars>
          <dgm:bulletEnabled val="1"/>
        </dgm:presLayoutVars>
      </dgm:prSet>
      <dgm:spPr/>
    </dgm:pt>
    <dgm:pt modelId="{2D978355-CBEB-4729-AB1D-5BA5ECD92A10}" type="pres">
      <dgm:prSet presAssocID="{0B9CDCAC-19C7-4FB6-926E-09A6026D2CC6}" presName="FourNodes_3" presStyleLbl="node1" presStyleIdx="2" presStyleCnt="4">
        <dgm:presLayoutVars>
          <dgm:bulletEnabled val="1"/>
        </dgm:presLayoutVars>
      </dgm:prSet>
      <dgm:spPr/>
    </dgm:pt>
    <dgm:pt modelId="{8F807155-E066-42C0-814C-9FBB882D0287}" type="pres">
      <dgm:prSet presAssocID="{0B9CDCAC-19C7-4FB6-926E-09A6026D2CC6}" presName="FourNodes_4" presStyleLbl="node1" presStyleIdx="3" presStyleCnt="4">
        <dgm:presLayoutVars>
          <dgm:bulletEnabled val="1"/>
        </dgm:presLayoutVars>
      </dgm:prSet>
      <dgm:spPr/>
    </dgm:pt>
    <dgm:pt modelId="{5A73F162-27E6-4D3D-AEF0-F5BB5C69307B}" type="pres">
      <dgm:prSet presAssocID="{0B9CDCAC-19C7-4FB6-926E-09A6026D2CC6}" presName="FourConn_1-2" presStyleLbl="fgAccFollowNode1" presStyleIdx="0" presStyleCnt="3">
        <dgm:presLayoutVars>
          <dgm:bulletEnabled val="1"/>
        </dgm:presLayoutVars>
      </dgm:prSet>
      <dgm:spPr/>
    </dgm:pt>
    <dgm:pt modelId="{94D2D464-295B-4825-B03C-FE6BBE12391B}" type="pres">
      <dgm:prSet presAssocID="{0B9CDCAC-19C7-4FB6-926E-09A6026D2CC6}" presName="FourConn_2-3" presStyleLbl="fgAccFollowNode1" presStyleIdx="1" presStyleCnt="3">
        <dgm:presLayoutVars>
          <dgm:bulletEnabled val="1"/>
        </dgm:presLayoutVars>
      </dgm:prSet>
      <dgm:spPr/>
    </dgm:pt>
    <dgm:pt modelId="{67C82027-4E3F-40CB-AE41-7868B8F4E76E}" type="pres">
      <dgm:prSet presAssocID="{0B9CDCAC-19C7-4FB6-926E-09A6026D2CC6}" presName="FourConn_3-4" presStyleLbl="fgAccFollowNode1" presStyleIdx="2" presStyleCnt="3">
        <dgm:presLayoutVars>
          <dgm:bulletEnabled val="1"/>
        </dgm:presLayoutVars>
      </dgm:prSet>
      <dgm:spPr/>
    </dgm:pt>
    <dgm:pt modelId="{93C70B45-E05E-441B-A8E7-E1923D25AE27}" type="pres">
      <dgm:prSet presAssocID="{0B9CDCAC-19C7-4FB6-926E-09A6026D2CC6}" presName="FourNodes_1_text" presStyleLbl="node1" presStyleIdx="3" presStyleCnt="4">
        <dgm:presLayoutVars>
          <dgm:bulletEnabled val="1"/>
        </dgm:presLayoutVars>
      </dgm:prSet>
      <dgm:spPr/>
    </dgm:pt>
    <dgm:pt modelId="{53615FC9-BA81-44D0-B22A-47B3704F646D}" type="pres">
      <dgm:prSet presAssocID="{0B9CDCAC-19C7-4FB6-926E-09A6026D2CC6}" presName="FourNodes_2_text" presStyleLbl="node1" presStyleIdx="3" presStyleCnt="4">
        <dgm:presLayoutVars>
          <dgm:bulletEnabled val="1"/>
        </dgm:presLayoutVars>
      </dgm:prSet>
      <dgm:spPr/>
    </dgm:pt>
    <dgm:pt modelId="{5146D01E-D57F-45BF-B6D3-EB1CC0B022B8}" type="pres">
      <dgm:prSet presAssocID="{0B9CDCAC-19C7-4FB6-926E-09A6026D2CC6}" presName="FourNodes_3_text" presStyleLbl="node1" presStyleIdx="3" presStyleCnt="4">
        <dgm:presLayoutVars>
          <dgm:bulletEnabled val="1"/>
        </dgm:presLayoutVars>
      </dgm:prSet>
      <dgm:spPr/>
    </dgm:pt>
    <dgm:pt modelId="{F70C2C7C-C848-4638-A9CD-16F673D4B173}" type="pres">
      <dgm:prSet presAssocID="{0B9CDCAC-19C7-4FB6-926E-09A6026D2CC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0BE5D27-9BA5-4E75-A85E-2BDD2E117D70}" type="presOf" srcId="{D8697DB2-690F-4E21-BF6A-5F31C72241C0}" destId="{5A73F162-27E6-4D3D-AEF0-F5BB5C69307B}" srcOrd="0" destOrd="0" presId="urn:microsoft.com/office/officeart/2005/8/layout/vProcess5"/>
    <dgm:cxn modelId="{F9EDAE29-4F70-4ED4-ADD6-7776E8C90896}" type="presOf" srcId="{40551DD4-7E24-4899-8E58-30620B2D522C}" destId="{B68C3583-ADE6-4315-81CC-DE00E94E71F0}" srcOrd="0" destOrd="0" presId="urn:microsoft.com/office/officeart/2005/8/layout/vProcess5"/>
    <dgm:cxn modelId="{5CD1422B-0527-4CE3-990D-22410BA1914D}" type="presOf" srcId="{40551DD4-7E24-4899-8E58-30620B2D522C}" destId="{53615FC9-BA81-44D0-B22A-47B3704F646D}" srcOrd="1" destOrd="0" presId="urn:microsoft.com/office/officeart/2005/8/layout/vProcess5"/>
    <dgm:cxn modelId="{3C786634-D911-457F-9173-B54C1290A529}" type="presOf" srcId="{27C203C1-0CE8-4F56-94CB-C725CC39142A}" destId="{F70C2C7C-C848-4638-A9CD-16F673D4B173}" srcOrd="1" destOrd="0" presId="urn:microsoft.com/office/officeart/2005/8/layout/vProcess5"/>
    <dgm:cxn modelId="{9B1E673B-AF48-4889-88FB-B305D2A40872}" type="presOf" srcId="{27C203C1-0CE8-4F56-94CB-C725CC39142A}" destId="{8F807155-E066-42C0-814C-9FBB882D0287}" srcOrd="0" destOrd="0" presId="urn:microsoft.com/office/officeart/2005/8/layout/vProcess5"/>
    <dgm:cxn modelId="{29C4A546-C5A1-4183-A98E-22E7EB070077}" srcId="{0B9CDCAC-19C7-4FB6-926E-09A6026D2CC6}" destId="{957F1C9B-BDB6-4CCF-9935-8AB709638EF0}" srcOrd="0" destOrd="0" parTransId="{FBD6A486-D0A5-4B23-B574-31BB3B1791F4}" sibTransId="{D8697DB2-690F-4E21-BF6A-5F31C72241C0}"/>
    <dgm:cxn modelId="{B2866173-79EB-45F1-83FE-410CF41AD6BB}" type="presOf" srcId="{558F2E3E-7840-401C-89EB-60FA125D267F}" destId="{2D978355-CBEB-4729-AB1D-5BA5ECD92A10}" srcOrd="0" destOrd="0" presId="urn:microsoft.com/office/officeart/2005/8/layout/vProcess5"/>
    <dgm:cxn modelId="{4FFF2756-3F2E-453F-B6B5-E9A51C1157B5}" srcId="{0B9CDCAC-19C7-4FB6-926E-09A6026D2CC6}" destId="{27C203C1-0CE8-4F56-94CB-C725CC39142A}" srcOrd="3" destOrd="0" parTransId="{EFF76D61-4737-4AAB-B04D-D24F12A1FA0F}" sibTransId="{9D441B64-6590-46F0-AB91-05512498A5CF}"/>
    <dgm:cxn modelId="{76FEB956-9336-4036-9762-B870CF892208}" type="presOf" srcId="{8ACF71B3-9222-434C-B420-02138B7F2F4B}" destId="{94D2D464-295B-4825-B03C-FE6BBE12391B}" srcOrd="0" destOrd="0" presId="urn:microsoft.com/office/officeart/2005/8/layout/vProcess5"/>
    <dgm:cxn modelId="{B6B5697E-4485-4D82-A801-0F0915D850D8}" srcId="{0B9CDCAC-19C7-4FB6-926E-09A6026D2CC6}" destId="{40551DD4-7E24-4899-8E58-30620B2D522C}" srcOrd="1" destOrd="0" parTransId="{81E4BFC9-A1C9-4523-BEDE-E4C46F0DC673}" sibTransId="{8ACF71B3-9222-434C-B420-02138B7F2F4B}"/>
    <dgm:cxn modelId="{98FF33AD-DAED-4919-AB75-CA10EECB3317}" type="presOf" srcId="{957F1C9B-BDB6-4CCF-9935-8AB709638EF0}" destId="{93C70B45-E05E-441B-A8E7-E1923D25AE27}" srcOrd="1" destOrd="0" presId="urn:microsoft.com/office/officeart/2005/8/layout/vProcess5"/>
    <dgm:cxn modelId="{A7ED22CA-7B1B-44C4-A57F-656C82559A37}" type="presOf" srcId="{558F2E3E-7840-401C-89EB-60FA125D267F}" destId="{5146D01E-D57F-45BF-B6D3-EB1CC0B022B8}" srcOrd="1" destOrd="0" presId="urn:microsoft.com/office/officeart/2005/8/layout/vProcess5"/>
    <dgm:cxn modelId="{2A1A7FD6-8414-4D65-905C-FFDAB5310A9E}" type="presOf" srcId="{0B9CDCAC-19C7-4FB6-926E-09A6026D2CC6}" destId="{0FFE83B0-6445-4518-8719-4713FE113C88}" srcOrd="0" destOrd="0" presId="urn:microsoft.com/office/officeart/2005/8/layout/vProcess5"/>
    <dgm:cxn modelId="{482CDEE9-4D51-4FDE-9DB4-2C02BD7066FC}" srcId="{0B9CDCAC-19C7-4FB6-926E-09A6026D2CC6}" destId="{558F2E3E-7840-401C-89EB-60FA125D267F}" srcOrd="2" destOrd="0" parTransId="{8084C0CD-AA65-44F6-AF59-0E9FAC8B14BE}" sibTransId="{AEE1A334-B9BA-4BAC-B46D-A5B60199DAE6}"/>
    <dgm:cxn modelId="{37ADDBEC-EA3B-4500-9AB0-FEE2A4FD7918}" type="presOf" srcId="{AEE1A334-B9BA-4BAC-B46D-A5B60199DAE6}" destId="{67C82027-4E3F-40CB-AE41-7868B8F4E76E}" srcOrd="0" destOrd="0" presId="urn:microsoft.com/office/officeart/2005/8/layout/vProcess5"/>
    <dgm:cxn modelId="{AB6AFAF6-3D34-4695-8016-6213C2B7168F}" type="presOf" srcId="{957F1C9B-BDB6-4CCF-9935-8AB709638EF0}" destId="{D85F3504-8EBB-463B-BC65-B1422236B535}" srcOrd="0" destOrd="0" presId="urn:microsoft.com/office/officeart/2005/8/layout/vProcess5"/>
    <dgm:cxn modelId="{F6C74796-A355-4377-BEF4-8DF684D2ECFC}" type="presParOf" srcId="{0FFE83B0-6445-4518-8719-4713FE113C88}" destId="{40C05B31-9ACB-4867-90FE-806D1B0B44F9}" srcOrd="0" destOrd="0" presId="urn:microsoft.com/office/officeart/2005/8/layout/vProcess5"/>
    <dgm:cxn modelId="{66A8420F-082C-4A09-B6B8-8B63CDC6F9AB}" type="presParOf" srcId="{0FFE83B0-6445-4518-8719-4713FE113C88}" destId="{D85F3504-8EBB-463B-BC65-B1422236B535}" srcOrd="1" destOrd="0" presId="urn:microsoft.com/office/officeart/2005/8/layout/vProcess5"/>
    <dgm:cxn modelId="{D2D4A10A-F3A6-4DE2-A0B2-C957A031597E}" type="presParOf" srcId="{0FFE83B0-6445-4518-8719-4713FE113C88}" destId="{B68C3583-ADE6-4315-81CC-DE00E94E71F0}" srcOrd="2" destOrd="0" presId="urn:microsoft.com/office/officeart/2005/8/layout/vProcess5"/>
    <dgm:cxn modelId="{B5E825B4-B9B6-4CD2-83A3-F5A3A1212520}" type="presParOf" srcId="{0FFE83B0-6445-4518-8719-4713FE113C88}" destId="{2D978355-CBEB-4729-AB1D-5BA5ECD92A10}" srcOrd="3" destOrd="0" presId="urn:microsoft.com/office/officeart/2005/8/layout/vProcess5"/>
    <dgm:cxn modelId="{5C7104A0-2D19-459F-865E-034B2A1D84C9}" type="presParOf" srcId="{0FFE83B0-6445-4518-8719-4713FE113C88}" destId="{8F807155-E066-42C0-814C-9FBB882D0287}" srcOrd="4" destOrd="0" presId="urn:microsoft.com/office/officeart/2005/8/layout/vProcess5"/>
    <dgm:cxn modelId="{0F1C813C-79F6-45C4-91A6-9B1036FB6B03}" type="presParOf" srcId="{0FFE83B0-6445-4518-8719-4713FE113C88}" destId="{5A73F162-27E6-4D3D-AEF0-F5BB5C69307B}" srcOrd="5" destOrd="0" presId="urn:microsoft.com/office/officeart/2005/8/layout/vProcess5"/>
    <dgm:cxn modelId="{E3585FD2-5EB4-45CA-8D13-CB159CF89FDE}" type="presParOf" srcId="{0FFE83B0-6445-4518-8719-4713FE113C88}" destId="{94D2D464-295B-4825-B03C-FE6BBE12391B}" srcOrd="6" destOrd="0" presId="urn:microsoft.com/office/officeart/2005/8/layout/vProcess5"/>
    <dgm:cxn modelId="{45013FB9-E8F3-476D-B217-0F35A6554B40}" type="presParOf" srcId="{0FFE83B0-6445-4518-8719-4713FE113C88}" destId="{67C82027-4E3F-40CB-AE41-7868B8F4E76E}" srcOrd="7" destOrd="0" presId="urn:microsoft.com/office/officeart/2005/8/layout/vProcess5"/>
    <dgm:cxn modelId="{F9D1D0FE-F3B6-4226-936A-574029158463}" type="presParOf" srcId="{0FFE83B0-6445-4518-8719-4713FE113C88}" destId="{93C70B45-E05E-441B-A8E7-E1923D25AE27}" srcOrd="8" destOrd="0" presId="urn:microsoft.com/office/officeart/2005/8/layout/vProcess5"/>
    <dgm:cxn modelId="{FB282256-CBD8-49A4-8106-2ED040D5DDE6}" type="presParOf" srcId="{0FFE83B0-6445-4518-8719-4713FE113C88}" destId="{53615FC9-BA81-44D0-B22A-47B3704F646D}" srcOrd="9" destOrd="0" presId="urn:microsoft.com/office/officeart/2005/8/layout/vProcess5"/>
    <dgm:cxn modelId="{3A422225-A6CA-4ED5-9272-F5C9E47D5E3D}" type="presParOf" srcId="{0FFE83B0-6445-4518-8719-4713FE113C88}" destId="{5146D01E-D57F-45BF-B6D3-EB1CC0B022B8}" srcOrd="10" destOrd="0" presId="urn:microsoft.com/office/officeart/2005/8/layout/vProcess5"/>
    <dgm:cxn modelId="{199D4841-AE4B-4A71-B883-28DAB2D678CD}" type="presParOf" srcId="{0FFE83B0-6445-4518-8719-4713FE113C88}" destId="{F70C2C7C-C848-4638-A9CD-16F673D4B17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3363FB-1C70-4C8B-ABDB-03F23EBC9F10}" type="doc">
      <dgm:prSet loTypeId="urn:microsoft.com/office/officeart/2005/8/layout/list1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fr-FR"/>
        </a:p>
      </dgm:t>
    </dgm:pt>
    <dgm:pt modelId="{9F036346-29E0-42FC-A4FA-9A70C1E59EA1}">
      <dgm:prSet phldrT="[Texte]" phldr="0"/>
      <dgm:spPr/>
      <dgm:t>
        <a:bodyPr/>
        <a:lstStyle/>
        <a:p>
          <a:pPr rtl="0"/>
          <a:r>
            <a:rPr lang="fr-FR" dirty="0">
              <a:latin typeface="The Serif Hand Black"/>
            </a:rPr>
            <a:t>Etude du Jeu de </a:t>
          </a:r>
          <a:r>
            <a:rPr lang="fr-FR" dirty="0" err="1">
              <a:latin typeface="The Serif Hand Black"/>
            </a:rPr>
            <a:t>Nim</a:t>
          </a:r>
          <a:endParaRPr lang="fr-FR" dirty="0" err="1"/>
        </a:p>
      </dgm:t>
    </dgm:pt>
    <dgm:pt modelId="{051AB195-0F58-4D15-98A2-48A357955A70}" type="parTrans" cxnId="{E544EFDD-5E69-4CAB-A0DB-A279CC99C16F}">
      <dgm:prSet/>
      <dgm:spPr/>
      <dgm:t>
        <a:bodyPr/>
        <a:lstStyle/>
        <a:p>
          <a:endParaRPr lang="fr-FR"/>
        </a:p>
      </dgm:t>
    </dgm:pt>
    <dgm:pt modelId="{E354498A-8E25-453B-8405-23480F9137B0}" type="sibTrans" cxnId="{E544EFDD-5E69-4CAB-A0DB-A279CC99C16F}">
      <dgm:prSet/>
      <dgm:spPr/>
      <dgm:t>
        <a:bodyPr/>
        <a:lstStyle/>
        <a:p>
          <a:endParaRPr lang="fr-FR"/>
        </a:p>
      </dgm:t>
    </dgm:pt>
    <dgm:pt modelId="{D5454E13-55F9-4255-AF71-0BEF49EE54E8}">
      <dgm:prSet phldrT="[Texte]" phldr="0"/>
      <dgm:spPr/>
      <dgm:t>
        <a:bodyPr/>
        <a:lstStyle/>
        <a:p>
          <a:pPr rtl="0"/>
          <a:r>
            <a:rPr lang="fr-FR" dirty="0">
              <a:latin typeface="The Serif Hand Black"/>
            </a:rPr>
            <a:t>Généralisation au jeu de </a:t>
          </a:r>
          <a:r>
            <a:rPr lang="fr-FR" dirty="0" err="1">
              <a:latin typeface="The Serif Hand Black"/>
            </a:rPr>
            <a:t>Marienbad</a:t>
          </a:r>
          <a:endParaRPr lang="fr-FR" dirty="0" err="1"/>
        </a:p>
      </dgm:t>
    </dgm:pt>
    <dgm:pt modelId="{AB2C08AB-CE56-440D-A319-48B953D63468}" type="parTrans" cxnId="{513AF024-B6C6-424C-BA07-A4749AAB7709}">
      <dgm:prSet/>
      <dgm:spPr/>
      <dgm:t>
        <a:bodyPr/>
        <a:lstStyle/>
        <a:p>
          <a:endParaRPr lang="fr-FR"/>
        </a:p>
      </dgm:t>
    </dgm:pt>
    <dgm:pt modelId="{DDF4C567-3D30-4CB5-A905-4ADBFFA62BF1}" type="sibTrans" cxnId="{513AF024-B6C6-424C-BA07-A4749AAB7709}">
      <dgm:prSet/>
      <dgm:spPr/>
      <dgm:t>
        <a:bodyPr/>
        <a:lstStyle/>
        <a:p>
          <a:endParaRPr lang="fr-FR"/>
        </a:p>
      </dgm:t>
    </dgm:pt>
    <dgm:pt modelId="{EE9E0EAD-2DB3-4AEB-86AE-2391F925CB1A}">
      <dgm:prSet phldrT="[Texte]" phldr="0"/>
      <dgm:spPr/>
      <dgm:t>
        <a:bodyPr/>
        <a:lstStyle/>
        <a:p>
          <a:pPr rtl="0"/>
          <a:r>
            <a:rPr lang="fr-FR" dirty="0" err="1">
              <a:latin typeface="+mj-lt"/>
            </a:rPr>
            <a:t>Definition</a:t>
          </a:r>
          <a:r>
            <a:rPr lang="fr-FR" dirty="0">
              <a:latin typeface="+mj-lt"/>
            </a:rPr>
            <a:t> des termes</a:t>
          </a:r>
        </a:p>
      </dgm:t>
    </dgm:pt>
    <dgm:pt modelId="{9DBD1F71-8AD3-491D-BF66-FC5887CCED3C}" type="parTrans" cxnId="{CABDC32E-E737-49FA-B075-1124DDE95201}">
      <dgm:prSet/>
      <dgm:spPr/>
      <dgm:t>
        <a:bodyPr/>
        <a:lstStyle/>
        <a:p>
          <a:endParaRPr lang="fr-FR"/>
        </a:p>
      </dgm:t>
    </dgm:pt>
    <dgm:pt modelId="{A174257C-25CB-4CC2-8D1F-E43C7277736F}" type="sibTrans" cxnId="{CABDC32E-E737-49FA-B075-1124DDE95201}">
      <dgm:prSet/>
      <dgm:spPr/>
      <dgm:t>
        <a:bodyPr/>
        <a:lstStyle/>
        <a:p>
          <a:endParaRPr lang="fr-FR"/>
        </a:p>
      </dgm:t>
    </dgm:pt>
    <dgm:pt modelId="{1F490D37-D792-44FB-99BC-2ACEC2C887A6}" type="pres">
      <dgm:prSet presAssocID="{9F3363FB-1C70-4C8B-ABDB-03F23EBC9F10}" presName="linear" presStyleCnt="0">
        <dgm:presLayoutVars>
          <dgm:dir/>
          <dgm:animLvl val="lvl"/>
          <dgm:resizeHandles val="exact"/>
        </dgm:presLayoutVars>
      </dgm:prSet>
      <dgm:spPr/>
    </dgm:pt>
    <dgm:pt modelId="{ED0384AB-72A4-4327-B513-8898B8DA9E27}" type="pres">
      <dgm:prSet presAssocID="{EE9E0EAD-2DB3-4AEB-86AE-2391F925CB1A}" presName="parentLin" presStyleCnt="0"/>
      <dgm:spPr/>
    </dgm:pt>
    <dgm:pt modelId="{65E30662-0D93-40EA-99F8-7A98F807EE42}" type="pres">
      <dgm:prSet presAssocID="{EE9E0EAD-2DB3-4AEB-86AE-2391F925CB1A}" presName="parentLeftMargin" presStyleLbl="node1" presStyleIdx="0" presStyleCnt="3"/>
      <dgm:spPr/>
    </dgm:pt>
    <dgm:pt modelId="{E2D74799-D546-40A1-86DE-D29FD272833C}" type="pres">
      <dgm:prSet presAssocID="{EE9E0EAD-2DB3-4AEB-86AE-2391F925CB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0B8A3C5-D6BA-4C8F-B165-AFE828F7C955}" type="pres">
      <dgm:prSet presAssocID="{EE9E0EAD-2DB3-4AEB-86AE-2391F925CB1A}" presName="negativeSpace" presStyleCnt="0"/>
      <dgm:spPr/>
    </dgm:pt>
    <dgm:pt modelId="{C866A516-E8CD-419C-9D43-7CD817F2B0F1}" type="pres">
      <dgm:prSet presAssocID="{EE9E0EAD-2DB3-4AEB-86AE-2391F925CB1A}" presName="childText" presStyleLbl="conFgAcc1" presStyleIdx="0" presStyleCnt="3">
        <dgm:presLayoutVars>
          <dgm:bulletEnabled val="1"/>
        </dgm:presLayoutVars>
      </dgm:prSet>
      <dgm:spPr/>
    </dgm:pt>
    <dgm:pt modelId="{86D09E2B-1068-4DE4-8828-C336412E918C}" type="pres">
      <dgm:prSet presAssocID="{A174257C-25CB-4CC2-8D1F-E43C7277736F}" presName="spaceBetweenRectangles" presStyleCnt="0"/>
      <dgm:spPr/>
    </dgm:pt>
    <dgm:pt modelId="{5FC8BBBE-8DCE-4847-BAD4-0B09A265C881}" type="pres">
      <dgm:prSet presAssocID="{9F036346-29E0-42FC-A4FA-9A70C1E59EA1}" presName="parentLin" presStyleCnt="0"/>
      <dgm:spPr/>
    </dgm:pt>
    <dgm:pt modelId="{53F56EC7-AEAF-406C-810C-02F915C2785C}" type="pres">
      <dgm:prSet presAssocID="{9F036346-29E0-42FC-A4FA-9A70C1E59EA1}" presName="parentLeftMargin" presStyleLbl="node1" presStyleIdx="0" presStyleCnt="3"/>
      <dgm:spPr/>
    </dgm:pt>
    <dgm:pt modelId="{B9A1D6A9-334D-4CC3-AD2C-50F2BD38B8A8}" type="pres">
      <dgm:prSet presAssocID="{9F036346-29E0-42FC-A4FA-9A70C1E59EA1}" presName="parentText" presStyleLbl="node1" presStyleIdx="1" presStyleCnt="3" custLinFactNeighborY="1386">
        <dgm:presLayoutVars>
          <dgm:chMax val="0"/>
          <dgm:bulletEnabled val="1"/>
        </dgm:presLayoutVars>
      </dgm:prSet>
      <dgm:spPr/>
    </dgm:pt>
    <dgm:pt modelId="{191DB8AE-953D-411E-BCD3-AD3C4C44EF6F}" type="pres">
      <dgm:prSet presAssocID="{9F036346-29E0-42FC-A4FA-9A70C1E59EA1}" presName="negativeSpace" presStyleCnt="0"/>
      <dgm:spPr/>
    </dgm:pt>
    <dgm:pt modelId="{3B65CD0F-15D5-4F36-8D2A-341488DD935F}" type="pres">
      <dgm:prSet presAssocID="{9F036346-29E0-42FC-A4FA-9A70C1E59EA1}" presName="childText" presStyleLbl="conFgAcc1" presStyleIdx="1" presStyleCnt="3">
        <dgm:presLayoutVars>
          <dgm:bulletEnabled val="1"/>
        </dgm:presLayoutVars>
      </dgm:prSet>
      <dgm:spPr/>
    </dgm:pt>
    <dgm:pt modelId="{CD6035F3-4C3A-484E-BCB1-C10F67F452AA}" type="pres">
      <dgm:prSet presAssocID="{E354498A-8E25-453B-8405-23480F9137B0}" presName="spaceBetweenRectangles" presStyleCnt="0"/>
      <dgm:spPr/>
    </dgm:pt>
    <dgm:pt modelId="{EE2AB547-16D0-49EE-9585-D15F0B949AFB}" type="pres">
      <dgm:prSet presAssocID="{D5454E13-55F9-4255-AF71-0BEF49EE54E8}" presName="parentLin" presStyleCnt="0"/>
      <dgm:spPr/>
    </dgm:pt>
    <dgm:pt modelId="{373AF5CB-54A0-41E3-9C8C-01374DC4C4D7}" type="pres">
      <dgm:prSet presAssocID="{D5454E13-55F9-4255-AF71-0BEF49EE54E8}" presName="parentLeftMargin" presStyleLbl="node1" presStyleIdx="1" presStyleCnt="3"/>
      <dgm:spPr/>
    </dgm:pt>
    <dgm:pt modelId="{8182C261-6EA8-4835-8F65-3998791E5B74}" type="pres">
      <dgm:prSet presAssocID="{D5454E13-55F9-4255-AF71-0BEF49EE54E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0396C2B-8D5D-4EA5-8367-3290113C63F9}" type="pres">
      <dgm:prSet presAssocID="{D5454E13-55F9-4255-AF71-0BEF49EE54E8}" presName="negativeSpace" presStyleCnt="0"/>
      <dgm:spPr/>
    </dgm:pt>
    <dgm:pt modelId="{4DBC6FD2-2356-4125-9930-21C88640F147}" type="pres">
      <dgm:prSet presAssocID="{D5454E13-55F9-4255-AF71-0BEF49EE54E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380807-DF35-4316-B56A-598F84CF741D}" type="presOf" srcId="{9F3363FB-1C70-4C8B-ABDB-03F23EBC9F10}" destId="{1F490D37-D792-44FB-99BC-2ACEC2C887A6}" srcOrd="0" destOrd="0" presId="urn:microsoft.com/office/officeart/2005/8/layout/list1"/>
    <dgm:cxn modelId="{A0E28C14-CFE1-4280-AC9E-182650265ED1}" type="presOf" srcId="{EE9E0EAD-2DB3-4AEB-86AE-2391F925CB1A}" destId="{65E30662-0D93-40EA-99F8-7A98F807EE42}" srcOrd="0" destOrd="0" presId="urn:microsoft.com/office/officeart/2005/8/layout/list1"/>
    <dgm:cxn modelId="{513AF024-B6C6-424C-BA07-A4749AAB7709}" srcId="{9F3363FB-1C70-4C8B-ABDB-03F23EBC9F10}" destId="{D5454E13-55F9-4255-AF71-0BEF49EE54E8}" srcOrd="2" destOrd="0" parTransId="{AB2C08AB-CE56-440D-A319-48B953D63468}" sibTransId="{DDF4C567-3D30-4CB5-A905-4ADBFFA62BF1}"/>
    <dgm:cxn modelId="{C82DCB27-3654-4AE1-B0C1-F0FF80593D64}" type="presOf" srcId="{D5454E13-55F9-4255-AF71-0BEF49EE54E8}" destId="{8182C261-6EA8-4835-8F65-3998791E5B74}" srcOrd="1" destOrd="0" presId="urn:microsoft.com/office/officeart/2005/8/layout/list1"/>
    <dgm:cxn modelId="{CABDC32E-E737-49FA-B075-1124DDE95201}" srcId="{9F3363FB-1C70-4C8B-ABDB-03F23EBC9F10}" destId="{EE9E0EAD-2DB3-4AEB-86AE-2391F925CB1A}" srcOrd="0" destOrd="0" parTransId="{9DBD1F71-8AD3-491D-BF66-FC5887CCED3C}" sibTransId="{A174257C-25CB-4CC2-8D1F-E43C7277736F}"/>
    <dgm:cxn modelId="{4E0FCB3F-2753-4357-B145-A794C293152E}" type="presOf" srcId="{EE9E0EAD-2DB3-4AEB-86AE-2391F925CB1A}" destId="{E2D74799-D546-40A1-86DE-D29FD272833C}" srcOrd="1" destOrd="0" presId="urn:microsoft.com/office/officeart/2005/8/layout/list1"/>
    <dgm:cxn modelId="{E500DA8E-1301-43AF-8CDE-C05CD4770A51}" type="presOf" srcId="{9F036346-29E0-42FC-A4FA-9A70C1E59EA1}" destId="{53F56EC7-AEAF-406C-810C-02F915C2785C}" srcOrd="0" destOrd="0" presId="urn:microsoft.com/office/officeart/2005/8/layout/list1"/>
    <dgm:cxn modelId="{001737B1-0F88-4846-9252-1A6EB3DAC95E}" type="presOf" srcId="{9F036346-29E0-42FC-A4FA-9A70C1E59EA1}" destId="{B9A1D6A9-334D-4CC3-AD2C-50F2BD38B8A8}" srcOrd="1" destOrd="0" presId="urn:microsoft.com/office/officeart/2005/8/layout/list1"/>
    <dgm:cxn modelId="{80B6BBC1-DF22-4346-8093-3084AB96E3BD}" type="presOf" srcId="{D5454E13-55F9-4255-AF71-0BEF49EE54E8}" destId="{373AF5CB-54A0-41E3-9C8C-01374DC4C4D7}" srcOrd="0" destOrd="0" presId="urn:microsoft.com/office/officeart/2005/8/layout/list1"/>
    <dgm:cxn modelId="{E544EFDD-5E69-4CAB-A0DB-A279CC99C16F}" srcId="{9F3363FB-1C70-4C8B-ABDB-03F23EBC9F10}" destId="{9F036346-29E0-42FC-A4FA-9A70C1E59EA1}" srcOrd="1" destOrd="0" parTransId="{051AB195-0F58-4D15-98A2-48A357955A70}" sibTransId="{E354498A-8E25-453B-8405-23480F9137B0}"/>
    <dgm:cxn modelId="{EEC420DA-AB56-4BE0-8EBB-94CB195CDB0A}" type="presParOf" srcId="{1F490D37-D792-44FB-99BC-2ACEC2C887A6}" destId="{ED0384AB-72A4-4327-B513-8898B8DA9E27}" srcOrd="0" destOrd="0" presId="urn:microsoft.com/office/officeart/2005/8/layout/list1"/>
    <dgm:cxn modelId="{6FD74BE4-FA0A-4BCA-A605-506BD0EA78FC}" type="presParOf" srcId="{ED0384AB-72A4-4327-B513-8898B8DA9E27}" destId="{65E30662-0D93-40EA-99F8-7A98F807EE42}" srcOrd="0" destOrd="0" presId="urn:microsoft.com/office/officeart/2005/8/layout/list1"/>
    <dgm:cxn modelId="{1BDDE97C-2BA8-4366-9106-48736F245C53}" type="presParOf" srcId="{ED0384AB-72A4-4327-B513-8898B8DA9E27}" destId="{E2D74799-D546-40A1-86DE-D29FD272833C}" srcOrd="1" destOrd="0" presId="urn:microsoft.com/office/officeart/2005/8/layout/list1"/>
    <dgm:cxn modelId="{BA84F2AE-002E-4A13-9D5B-F77879C870BD}" type="presParOf" srcId="{1F490D37-D792-44FB-99BC-2ACEC2C887A6}" destId="{C0B8A3C5-D6BA-4C8F-B165-AFE828F7C955}" srcOrd="1" destOrd="0" presId="urn:microsoft.com/office/officeart/2005/8/layout/list1"/>
    <dgm:cxn modelId="{FAAE33F2-C7F8-442B-A902-7D04720D98DC}" type="presParOf" srcId="{1F490D37-D792-44FB-99BC-2ACEC2C887A6}" destId="{C866A516-E8CD-419C-9D43-7CD817F2B0F1}" srcOrd="2" destOrd="0" presId="urn:microsoft.com/office/officeart/2005/8/layout/list1"/>
    <dgm:cxn modelId="{1172C4DD-8E65-439C-98FD-04958D8C6F55}" type="presParOf" srcId="{1F490D37-D792-44FB-99BC-2ACEC2C887A6}" destId="{86D09E2B-1068-4DE4-8828-C336412E918C}" srcOrd="3" destOrd="0" presId="urn:microsoft.com/office/officeart/2005/8/layout/list1"/>
    <dgm:cxn modelId="{4C57A49B-D1C4-486C-B022-FB9B2121A0E9}" type="presParOf" srcId="{1F490D37-D792-44FB-99BC-2ACEC2C887A6}" destId="{5FC8BBBE-8DCE-4847-BAD4-0B09A265C881}" srcOrd="4" destOrd="0" presId="urn:microsoft.com/office/officeart/2005/8/layout/list1"/>
    <dgm:cxn modelId="{0E890C0E-82C4-4AF5-8A41-4EE81848B249}" type="presParOf" srcId="{5FC8BBBE-8DCE-4847-BAD4-0B09A265C881}" destId="{53F56EC7-AEAF-406C-810C-02F915C2785C}" srcOrd="0" destOrd="0" presId="urn:microsoft.com/office/officeart/2005/8/layout/list1"/>
    <dgm:cxn modelId="{60C6763A-E2C7-4B69-A74E-E9F54168C487}" type="presParOf" srcId="{5FC8BBBE-8DCE-4847-BAD4-0B09A265C881}" destId="{B9A1D6A9-334D-4CC3-AD2C-50F2BD38B8A8}" srcOrd="1" destOrd="0" presId="urn:microsoft.com/office/officeart/2005/8/layout/list1"/>
    <dgm:cxn modelId="{27701D67-0DE8-43F1-9C15-864B1B253A58}" type="presParOf" srcId="{1F490D37-D792-44FB-99BC-2ACEC2C887A6}" destId="{191DB8AE-953D-411E-BCD3-AD3C4C44EF6F}" srcOrd="5" destOrd="0" presId="urn:microsoft.com/office/officeart/2005/8/layout/list1"/>
    <dgm:cxn modelId="{EC304D9A-983E-4220-8BC1-F27B57DB72FE}" type="presParOf" srcId="{1F490D37-D792-44FB-99BC-2ACEC2C887A6}" destId="{3B65CD0F-15D5-4F36-8D2A-341488DD935F}" srcOrd="6" destOrd="0" presId="urn:microsoft.com/office/officeart/2005/8/layout/list1"/>
    <dgm:cxn modelId="{B28194E3-5C9F-4056-A8CC-6E757922F7F2}" type="presParOf" srcId="{1F490D37-D792-44FB-99BC-2ACEC2C887A6}" destId="{CD6035F3-4C3A-484E-BCB1-C10F67F452AA}" srcOrd="7" destOrd="0" presId="urn:microsoft.com/office/officeart/2005/8/layout/list1"/>
    <dgm:cxn modelId="{12CB57CF-8D90-4930-A27F-743517B7893A}" type="presParOf" srcId="{1F490D37-D792-44FB-99BC-2ACEC2C887A6}" destId="{EE2AB547-16D0-49EE-9585-D15F0B949AFB}" srcOrd="8" destOrd="0" presId="urn:microsoft.com/office/officeart/2005/8/layout/list1"/>
    <dgm:cxn modelId="{58640B32-B586-4C5E-A533-F046D4E82AF6}" type="presParOf" srcId="{EE2AB547-16D0-49EE-9585-D15F0B949AFB}" destId="{373AF5CB-54A0-41E3-9C8C-01374DC4C4D7}" srcOrd="0" destOrd="0" presId="urn:microsoft.com/office/officeart/2005/8/layout/list1"/>
    <dgm:cxn modelId="{A77B1668-F8CE-4437-8E3F-C447F2A03278}" type="presParOf" srcId="{EE2AB547-16D0-49EE-9585-D15F0B949AFB}" destId="{8182C261-6EA8-4835-8F65-3998791E5B74}" srcOrd="1" destOrd="0" presId="urn:microsoft.com/office/officeart/2005/8/layout/list1"/>
    <dgm:cxn modelId="{36601549-EFE4-48A6-998E-BB40EB57CD65}" type="presParOf" srcId="{1F490D37-D792-44FB-99BC-2ACEC2C887A6}" destId="{30396C2B-8D5D-4EA5-8367-3290113C63F9}" srcOrd="9" destOrd="0" presId="urn:microsoft.com/office/officeart/2005/8/layout/list1"/>
    <dgm:cxn modelId="{C5ACD532-9BA3-4701-B62A-49F5E929A953}" type="presParOf" srcId="{1F490D37-D792-44FB-99BC-2ACEC2C887A6}" destId="{4DBC6FD2-2356-4125-9930-21C88640F14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F3504-8EBB-463B-BC65-B1422236B535}">
      <dsp:nvSpPr>
        <dsp:cNvPr id="0" name=""/>
        <dsp:cNvSpPr/>
      </dsp:nvSpPr>
      <dsp:spPr>
        <a:xfrm>
          <a:off x="0" y="0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Présentation du Jeu de Nim</a:t>
          </a:r>
          <a:endParaRPr lang="en-US" sz="3300" kern="1200"/>
        </a:p>
      </dsp:txBody>
      <dsp:txXfrm>
        <a:off x="22417" y="22417"/>
        <a:ext cx="7842130" cy="720532"/>
      </dsp:txXfrm>
    </dsp:sp>
    <dsp:sp modelId="{B68C3583-ADE6-4315-81CC-DE00E94E71F0}">
      <dsp:nvSpPr>
        <dsp:cNvPr id="0" name=""/>
        <dsp:cNvSpPr/>
      </dsp:nvSpPr>
      <dsp:spPr>
        <a:xfrm>
          <a:off x="731363" y="904524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494650"/>
            <a:satOff val="-3641"/>
            <a:lumOff val="-12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Problématique du TIPE</a:t>
          </a:r>
          <a:endParaRPr lang="en-US" sz="3300" kern="1200"/>
        </a:p>
      </dsp:txBody>
      <dsp:txXfrm>
        <a:off x="753780" y="926941"/>
        <a:ext cx="7459009" cy="720532"/>
      </dsp:txXfrm>
    </dsp:sp>
    <dsp:sp modelId="{2D978355-CBEB-4729-AB1D-5BA5ECD92A10}">
      <dsp:nvSpPr>
        <dsp:cNvPr id="0" name=""/>
        <dsp:cNvSpPr/>
      </dsp:nvSpPr>
      <dsp:spPr>
        <a:xfrm>
          <a:off x="1451810" y="1809048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989299"/>
            <a:satOff val="-7281"/>
            <a:lumOff val="-24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Objectifs du TIPE</a:t>
          </a:r>
          <a:endParaRPr lang="en-US" sz="3300" kern="1200"/>
        </a:p>
      </dsp:txBody>
      <dsp:txXfrm>
        <a:off x="1474227" y="1831465"/>
        <a:ext cx="7469925" cy="720532"/>
      </dsp:txXfrm>
    </dsp:sp>
    <dsp:sp modelId="{8F807155-E066-42C0-814C-9FBB882D0287}">
      <dsp:nvSpPr>
        <dsp:cNvPr id="0" name=""/>
        <dsp:cNvSpPr/>
      </dsp:nvSpPr>
      <dsp:spPr>
        <a:xfrm>
          <a:off x="2183173" y="2713573"/>
          <a:ext cx="8732695" cy="765366"/>
        </a:xfrm>
        <a:prstGeom prst="roundRect">
          <a:avLst>
            <a:gd name="adj" fmla="val 10000"/>
          </a:avLst>
        </a:prstGeom>
        <a:solidFill>
          <a:schemeClr val="accent2">
            <a:hueOff val="1483949"/>
            <a:satOff val="-10922"/>
            <a:lumOff val="-3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Pan d'étude </a:t>
          </a:r>
          <a:endParaRPr lang="en-US" sz="3300" kern="1200"/>
        </a:p>
      </dsp:txBody>
      <dsp:txXfrm>
        <a:off x="2205590" y="2735990"/>
        <a:ext cx="7459009" cy="720532"/>
      </dsp:txXfrm>
    </dsp:sp>
    <dsp:sp modelId="{5A73F162-27E6-4D3D-AEF0-F5BB5C69307B}">
      <dsp:nvSpPr>
        <dsp:cNvPr id="0" name=""/>
        <dsp:cNvSpPr/>
      </dsp:nvSpPr>
      <dsp:spPr>
        <a:xfrm>
          <a:off x="8235206" y="586201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47141" y="586201"/>
        <a:ext cx="273618" cy="374360"/>
      </dsp:txXfrm>
    </dsp:sp>
    <dsp:sp modelId="{94D2D464-295B-4825-B03C-FE6BBE12391B}">
      <dsp:nvSpPr>
        <dsp:cNvPr id="0" name=""/>
        <dsp:cNvSpPr/>
      </dsp:nvSpPr>
      <dsp:spPr>
        <a:xfrm>
          <a:off x="8966570" y="1490725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55242"/>
            <a:satOff val="-9552"/>
            <a:lumOff val="-87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55242"/>
              <a:satOff val="-9552"/>
              <a:lumOff val="-8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78505" y="1490725"/>
        <a:ext cx="273618" cy="374360"/>
      </dsp:txXfrm>
    </dsp:sp>
    <dsp:sp modelId="{67C82027-4E3F-40CB-AE41-7868B8F4E76E}">
      <dsp:nvSpPr>
        <dsp:cNvPr id="0" name=""/>
        <dsp:cNvSpPr/>
      </dsp:nvSpPr>
      <dsp:spPr>
        <a:xfrm>
          <a:off x="9687017" y="2395250"/>
          <a:ext cx="497488" cy="4974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10484"/>
            <a:satOff val="-19104"/>
            <a:lumOff val="-174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10484"/>
              <a:satOff val="-19104"/>
              <a:lumOff val="-17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98952" y="2395250"/>
        <a:ext cx="273618" cy="374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6A516-E8CD-419C-9D43-7CD817F2B0F1}">
      <dsp:nvSpPr>
        <dsp:cNvPr id="0" name=""/>
        <dsp:cNvSpPr/>
      </dsp:nvSpPr>
      <dsp:spPr>
        <a:xfrm>
          <a:off x="0" y="507896"/>
          <a:ext cx="10515601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74799-D546-40A1-86DE-D29FD272833C}">
      <dsp:nvSpPr>
        <dsp:cNvPr id="0" name=""/>
        <dsp:cNvSpPr/>
      </dsp:nvSpPr>
      <dsp:spPr>
        <a:xfrm>
          <a:off x="525780" y="35576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 err="1">
              <a:latin typeface="+mj-lt"/>
            </a:rPr>
            <a:t>Definition</a:t>
          </a:r>
          <a:r>
            <a:rPr lang="fr-FR" sz="3200" kern="1200" dirty="0">
              <a:latin typeface="+mj-lt"/>
            </a:rPr>
            <a:t> des termes</a:t>
          </a:r>
        </a:p>
      </dsp:txBody>
      <dsp:txXfrm>
        <a:off x="571894" y="81690"/>
        <a:ext cx="7268692" cy="852412"/>
      </dsp:txXfrm>
    </dsp:sp>
    <dsp:sp modelId="{3B65CD0F-15D5-4F36-8D2A-341488DD935F}">
      <dsp:nvSpPr>
        <dsp:cNvPr id="0" name=""/>
        <dsp:cNvSpPr/>
      </dsp:nvSpPr>
      <dsp:spPr>
        <a:xfrm>
          <a:off x="0" y="1959416"/>
          <a:ext cx="10515601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A1D6A9-334D-4CC3-AD2C-50F2BD38B8A8}">
      <dsp:nvSpPr>
        <dsp:cNvPr id="0" name=""/>
        <dsp:cNvSpPr/>
      </dsp:nvSpPr>
      <dsp:spPr>
        <a:xfrm>
          <a:off x="525780" y="1500188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The Serif Hand Black"/>
            </a:rPr>
            <a:t>Etude du Jeu de </a:t>
          </a:r>
          <a:r>
            <a:rPr lang="fr-FR" sz="3200" kern="1200" dirty="0" err="1">
              <a:latin typeface="The Serif Hand Black"/>
            </a:rPr>
            <a:t>Nim</a:t>
          </a:r>
          <a:endParaRPr lang="fr-FR" sz="3200" kern="1200" dirty="0" err="1"/>
        </a:p>
      </dsp:txBody>
      <dsp:txXfrm>
        <a:off x="571894" y="1546302"/>
        <a:ext cx="7268692" cy="852412"/>
      </dsp:txXfrm>
    </dsp:sp>
    <dsp:sp modelId="{4DBC6FD2-2356-4125-9930-21C88640F147}">
      <dsp:nvSpPr>
        <dsp:cNvPr id="0" name=""/>
        <dsp:cNvSpPr/>
      </dsp:nvSpPr>
      <dsp:spPr>
        <a:xfrm>
          <a:off x="0" y="3410935"/>
          <a:ext cx="10515601" cy="806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82C261-6EA8-4835-8F65-3998791E5B74}">
      <dsp:nvSpPr>
        <dsp:cNvPr id="0" name=""/>
        <dsp:cNvSpPr/>
      </dsp:nvSpPr>
      <dsp:spPr>
        <a:xfrm>
          <a:off x="525780" y="2938616"/>
          <a:ext cx="7360920" cy="9446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>
              <a:latin typeface="The Serif Hand Black"/>
            </a:rPr>
            <a:t>Généralisation au jeu de </a:t>
          </a:r>
          <a:r>
            <a:rPr lang="fr-FR" sz="3200" kern="1200" dirty="0" err="1">
              <a:latin typeface="The Serif Hand Black"/>
            </a:rPr>
            <a:t>Marienbad</a:t>
          </a:r>
          <a:endParaRPr lang="fr-FR" sz="3200" kern="1200" dirty="0" err="1"/>
        </a:p>
      </dsp:txBody>
      <dsp:txXfrm>
        <a:off x="571894" y="2984730"/>
        <a:ext cx="7268692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87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37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797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16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01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9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6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61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8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54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Une image contenant bougie, Caractère coloré, match, conception&#10;&#10;Description générée automatiquement">
            <a:extLst>
              <a:ext uri="{FF2B5EF4-FFF2-40B4-BE49-F238E27FC236}">
                <a16:creationId xmlns:a16="http://schemas.microsoft.com/office/drawing/2014/main" id="{2416C3DA-7721-5B79-10D0-F262D8811F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36039" r="1" b="26968"/>
          <a:stretch/>
        </p:blipFill>
        <p:spPr>
          <a:xfrm>
            <a:off x="22" y="0"/>
            <a:ext cx="12188930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F51725E-A483-43B2-A6F2-C44F502FE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37549"/>
            <a:ext cx="12191999" cy="5058137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92395" y="1125330"/>
            <a:ext cx="9099176" cy="3055512"/>
          </a:xfrm>
        </p:spPr>
        <p:txBody>
          <a:bodyPr>
            <a:noAutofit/>
          </a:bodyPr>
          <a:lstStyle/>
          <a:p>
            <a:pPr algn="ctr"/>
            <a:r>
              <a:rPr lang="fr-FR" sz="7200" dirty="0">
                <a:solidFill>
                  <a:schemeClr val="bg1"/>
                </a:solidFill>
              </a:rPr>
              <a:t>Étude du jeu de Nim à travers la théorie des jeux combinatoires</a:t>
            </a:r>
            <a:endParaRPr lang="fr-FR" sz="8800" dirty="0">
              <a:solidFill>
                <a:schemeClr val="bg1"/>
              </a:solidFill>
            </a:endParaRP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AB57EF-9F88-170E-2358-D2E6E5B3C8D5}"/>
              </a:ext>
            </a:extLst>
          </p:cNvPr>
          <p:cNvSpPr txBox="1"/>
          <p:nvPr/>
        </p:nvSpPr>
        <p:spPr>
          <a:xfrm>
            <a:off x="9155829" y="5810295"/>
            <a:ext cx="2528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EGBAKOU Kodzovi David</a:t>
            </a:r>
          </a:p>
          <a:p>
            <a:r>
              <a:rPr lang="fr-FR" b="1" dirty="0"/>
              <a:t>2023-2024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8214997-E253-237B-36CD-E0DBE66B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fr-FR" sz="7200" dirty="0"/>
              <a:t>Sommaire</a:t>
            </a: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4925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Espace réservé du contenu 2" descr="t">
            <a:extLst>
              <a:ext uri="{FF2B5EF4-FFF2-40B4-BE49-F238E27FC236}">
                <a16:creationId xmlns:a16="http://schemas.microsoft.com/office/drawing/2014/main" id="{D19FA6E0-626A-92BE-B304-239D94DE22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2084857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253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/>
            <a:ahLst/>
            <a:cxnLst/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3FF282-AA19-367F-7E4A-3CC14E458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75997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/>
              <a:t>Presentation du jeu de </a:t>
            </a:r>
            <a:r>
              <a:rPr lang="en-US" sz="6000" dirty="0" err="1"/>
              <a:t>nim</a:t>
            </a:r>
            <a:endParaRPr lang="en-US" sz="6000" dirty="0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onnsiteX0" fmla="*/ 0 w 3291840"/>
              <a:gd name="connsiteY0" fmla="*/ 0 h 27432"/>
              <a:gd name="connsiteX1" fmla="*/ 625450 w 3291840"/>
              <a:gd name="connsiteY1" fmla="*/ 0 h 27432"/>
              <a:gd name="connsiteX2" fmla="*/ 1283818 w 3291840"/>
              <a:gd name="connsiteY2" fmla="*/ 0 h 27432"/>
              <a:gd name="connsiteX3" fmla="*/ 1975104 w 3291840"/>
              <a:gd name="connsiteY3" fmla="*/ 0 h 27432"/>
              <a:gd name="connsiteX4" fmla="*/ 2666390 w 3291840"/>
              <a:gd name="connsiteY4" fmla="*/ 0 h 27432"/>
              <a:gd name="connsiteX5" fmla="*/ 3291840 w 3291840"/>
              <a:gd name="connsiteY5" fmla="*/ 0 h 27432"/>
              <a:gd name="connsiteX6" fmla="*/ 3291840 w 3291840"/>
              <a:gd name="connsiteY6" fmla="*/ 27432 h 27432"/>
              <a:gd name="connsiteX7" fmla="*/ 2567635 w 3291840"/>
              <a:gd name="connsiteY7" fmla="*/ 27432 h 27432"/>
              <a:gd name="connsiteX8" fmla="*/ 1843430 w 3291840"/>
              <a:gd name="connsiteY8" fmla="*/ 27432 h 27432"/>
              <a:gd name="connsiteX9" fmla="*/ 1185062 w 3291840"/>
              <a:gd name="connsiteY9" fmla="*/ 27432 h 27432"/>
              <a:gd name="connsiteX10" fmla="*/ 0 w 3291840"/>
              <a:gd name="connsiteY10" fmla="*/ 27432 h 27432"/>
              <a:gd name="connsiteX11" fmla="*/ 0 w 3291840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8100" cap="rnd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match&#10;&#10;Description générée automatiquement">
            <a:extLst>
              <a:ext uri="{FF2B5EF4-FFF2-40B4-BE49-F238E27FC236}">
                <a16:creationId xmlns:a16="http://schemas.microsoft.com/office/drawing/2014/main" id="{35A75C77-FC54-1D35-B465-B929BAAEF0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t="-125" b="999"/>
          <a:stretch/>
        </p:blipFill>
        <p:spPr>
          <a:xfrm>
            <a:off x="1772182" y="2642616"/>
            <a:ext cx="2710131" cy="3895344"/>
          </a:xfrm>
          <a:prstGeom prst="rect">
            <a:avLst/>
          </a:prstGeom>
        </p:spPr>
      </p:pic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F3303B4B-F315-37D3-8140-265FF5AE9FF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54496" y="2716477"/>
            <a:ext cx="5614416" cy="374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65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/>
            <a:ahLst/>
            <a:cxnLst/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 descr="Point d’interrogation jaune">
            <a:extLst>
              <a:ext uri="{FF2B5EF4-FFF2-40B4-BE49-F238E27FC236}">
                <a16:creationId xmlns:a16="http://schemas.microsoft.com/office/drawing/2014/main" id="{9B142B89-C6D2-4FE8-75C7-536E369643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626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3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CE767F0-C50B-95F9-6913-50D724635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1322616"/>
            <a:ext cx="10905059" cy="2651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Problématique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30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A313D79-67E5-21EB-EFEF-BC8C4866C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fr-FR" sz="7200" dirty="0"/>
              <a:t>objectifs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E72E29"/>
          </a:solidFill>
          <a:ln w="38100" cap="rnd">
            <a:solidFill>
              <a:srgbClr val="E72E2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7B280-F135-F7B0-0CDF-0B556BD1F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Comprendre Le fonctionnement </a:t>
            </a:r>
            <a:r>
              <a:rPr lang="fr-FR" dirty="0">
                <a:ea typeface="+mn-lt"/>
                <a:cs typeface="+mn-lt"/>
              </a:rPr>
              <a:t>du Jeu de </a:t>
            </a:r>
            <a:r>
              <a:rPr lang="fr-FR" dirty="0" err="1">
                <a:ea typeface="+mn-lt"/>
                <a:cs typeface="+mn-lt"/>
              </a:rPr>
              <a:t>Nim</a:t>
            </a:r>
            <a:endParaRPr lang="fr-FR" dirty="0" err="1"/>
          </a:p>
          <a:p>
            <a:r>
              <a:rPr lang="fr-FR" dirty="0" err="1"/>
              <a:t>Definir</a:t>
            </a:r>
            <a:r>
              <a:rPr lang="fr-FR" dirty="0"/>
              <a:t> un algorithme permettant de maximiser la </a:t>
            </a:r>
            <a:r>
              <a:rPr lang="fr-FR" dirty="0" err="1"/>
              <a:t>reuissite</a:t>
            </a:r>
            <a:r>
              <a:rPr lang="fr-FR" dirty="0"/>
              <a:t> </a:t>
            </a:r>
          </a:p>
        </p:txBody>
      </p:sp>
      <p:pic>
        <p:nvPicPr>
          <p:cNvPr id="5" name="Picture 4" descr="Trois flèches dans le mille">
            <a:extLst>
              <a:ext uri="{FF2B5EF4-FFF2-40B4-BE49-F238E27FC236}">
                <a16:creationId xmlns:a16="http://schemas.microsoft.com/office/drawing/2014/main" id="{194342F4-1C90-C396-CD4B-D0546FFB79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26" r="44375" b="5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598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A314ED-0F1C-4069-FAA6-9C94BB84D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 d'étude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BA13CF4-0638-AE01-22BD-8B136C6BDB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19155"/>
              </p:ext>
            </p:extLst>
          </p:nvPr>
        </p:nvGraphicFramePr>
        <p:xfrm>
          <a:off x="838198" y="1928813"/>
          <a:ext cx="10515601" cy="4252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1164240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AnalogousFromRegularSeedRightStep">
      <a:dk1>
        <a:srgbClr val="000000"/>
      </a:dk1>
      <a:lt1>
        <a:srgbClr val="FFFFFF"/>
      </a:lt1>
      <a:dk2>
        <a:srgbClr val="393620"/>
      </a:dk2>
      <a:lt2>
        <a:srgbClr val="E2E8E8"/>
      </a:lt2>
      <a:accent1>
        <a:srgbClr val="E72E29"/>
      </a:accent1>
      <a:accent2>
        <a:srgbClr val="D56B17"/>
      </a:accent2>
      <a:accent3>
        <a:srgbClr val="B8A221"/>
      </a:accent3>
      <a:accent4>
        <a:srgbClr val="87B213"/>
      </a:accent4>
      <a:accent5>
        <a:srgbClr val="50BA21"/>
      </a:accent5>
      <a:accent6>
        <a:srgbClr val="15BD27"/>
      </a:accent6>
      <a:hlink>
        <a:srgbClr val="319193"/>
      </a:hlink>
      <a:folHlink>
        <a:srgbClr val="7F7F7F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67</Words>
  <Application>Microsoft Office PowerPoint</Application>
  <PresentationFormat>Grand écran</PresentationFormat>
  <Paragraphs>17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The Hand Bold</vt:lpstr>
      <vt:lpstr>The Serif Hand Black</vt:lpstr>
      <vt:lpstr>SketchyVTI</vt:lpstr>
      <vt:lpstr>Étude du jeu de Nim à travers la théorie des jeux combinatoires</vt:lpstr>
      <vt:lpstr>Sommaire</vt:lpstr>
      <vt:lpstr>Presentation du jeu de nim</vt:lpstr>
      <vt:lpstr>Problématique</vt:lpstr>
      <vt:lpstr>objectifs</vt:lpstr>
      <vt:lpstr>Plan d'étude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david egbakou</cp:lastModifiedBy>
  <cp:revision>177</cp:revision>
  <dcterms:created xsi:type="dcterms:W3CDTF">2023-10-25T18:34:56Z</dcterms:created>
  <dcterms:modified xsi:type="dcterms:W3CDTF">2023-10-27T10:28:35Z</dcterms:modified>
</cp:coreProperties>
</file>