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63" r:id="rId4"/>
    <p:sldId id="257" r:id="rId5"/>
    <p:sldId id="264" r:id="rId6"/>
    <p:sldId id="259" r:id="rId7"/>
    <p:sldId id="265" r:id="rId8"/>
    <p:sldId id="260" r:id="rId9"/>
    <p:sldId id="266" r:id="rId10"/>
    <p:sldId id="261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CB95"/>
    <a:srgbClr val="DCB983"/>
    <a:srgbClr val="E7B794"/>
    <a:srgbClr val="EFA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D7EF1-A465-4EA3-9CEB-D46B25EEC5F0}" v="417" dt="2023-10-25T22:36:53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9CDCAC-19C7-4FB6-926E-09A6026D2CC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7F1C9B-BDB6-4CCF-9935-8AB709638EF0}">
      <dgm:prSet/>
      <dgm:spPr/>
      <dgm:t>
        <a:bodyPr/>
        <a:lstStyle/>
        <a:p>
          <a:r>
            <a:rPr lang="fr-FR"/>
            <a:t>Présentation du Jeu de Nim</a:t>
          </a:r>
          <a:endParaRPr lang="en-US"/>
        </a:p>
      </dgm:t>
    </dgm:pt>
    <dgm:pt modelId="{FBD6A486-D0A5-4B23-B574-31BB3B1791F4}" type="parTrans" cxnId="{29C4A546-C5A1-4183-A98E-22E7EB070077}">
      <dgm:prSet/>
      <dgm:spPr/>
      <dgm:t>
        <a:bodyPr/>
        <a:lstStyle/>
        <a:p>
          <a:endParaRPr lang="en-US"/>
        </a:p>
      </dgm:t>
    </dgm:pt>
    <dgm:pt modelId="{D8697DB2-690F-4E21-BF6A-5F31C72241C0}" type="sibTrans" cxnId="{29C4A546-C5A1-4183-A98E-22E7EB070077}">
      <dgm:prSet/>
      <dgm:spPr/>
      <dgm:t>
        <a:bodyPr/>
        <a:lstStyle/>
        <a:p>
          <a:endParaRPr lang="en-US"/>
        </a:p>
      </dgm:t>
    </dgm:pt>
    <dgm:pt modelId="{40551DD4-7E24-4899-8E58-30620B2D522C}">
      <dgm:prSet/>
      <dgm:spPr/>
      <dgm:t>
        <a:bodyPr/>
        <a:lstStyle/>
        <a:p>
          <a:r>
            <a:rPr lang="fr-FR"/>
            <a:t>Problématique du TIPE</a:t>
          </a:r>
          <a:endParaRPr lang="en-US"/>
        </a:p>
      </dgm:t>
    </dgm:pt>
    <dgm:pt modelId="{81E4BFC9-A1C9-4523-BEDE-E4C46F0DC673}" type="parTrans" cxnId="{B6B5697E-4485-4D82-A801-0F0915D850D8}">
      <dgm:prSet/>
      <dgm:spPr/>
      <dgm:t>
        <a:bodyPr/>
        <a:lstStyle/>
        <a:p>
          <a:endParaRPr lang="en-US"/>
        </a:p>
      </dgm:t>
    </dgm:pt>
    <dgm:pt modelId="{8ACF71B3-9222-434C-B420-02138B7F2F4B}" type="sibTrans" cxnId="{B6B5697E-4485-4D82-A801-0F0915D850D8}">
      <dgm:prSet/>
      <dgm:spPr/>
      <dgm:t>
        <a:bodyPr/>
        <a:lstStyle/>
        <a:p>
          <a:endParaRPr lang="en-US"/>
        </a:p>
      </dgm:t>
    </dgm:pt>
    <dgm:pt modelId="{558F2E3E-7840-401C-89EB-60FA125D267F}">
      <dgm:prSet/>
      <dgm:spPr/>
      <dgm:t>
        <a:bodyPr/>
        <a:lstStyle/>
        <a:p>
          <a:r>
            <a:rPr lang="fr-FR"/>
            <a:t>Objectifs du TIPE</a:t>
          </a:r>
          <a:endParaRPr lang="en-US"/>
        </a:p>
      </dgm:t>
    </dgm:pt>
    <dgm:pt modelId="{8084C0CD-AA65-44F6-AF59-0E9FAC8B14BE}" type="parTrans" cxnId="{482CDEE9-4D51-4FDE-9DB4-2C02BD7066FC}">
      <dgm:prSet/>
      <dgm:spPr/>
      <dgm:t>
        <a:bodyPr/>
        <a:lstStyle/>
        <a:p>
          <a:endParaRPr lang="en-US"/>
        </a:p>
      </dgm:t>
    </dgm:pt>
    <dgm:pt modelId="{AEE1A334-B9BA-4BAC-B46D-A5B60199DAE6}" type="sibTrans" cxnId="{482CDEE9-4D51-4FDE-9DB4-2C02BD7066FC}">
      <dgm:prSet/>
      <dgm:spPr/>
      <dgm:t>
        <a:bodyPr/>
        <a:lstStyle/>
        <a:p>
          <a:endParaRPr lang="en-US"/>
        </a:p>
      </dgm:t>
    </dgm:pt>
    <dgm:pt modelId="{27C203C1-0CE8-4F56-94CB-C725CC39142A}">
      <dgm:prSet/>
      <dgm:spPr/>
      <dgm:t>
        <a:bodyPr/>
        <a:lstStyle/>
        <a:p>
          <a:r>
            <a:rPr lang="fr-FR"/>
            <a:t>Pan d'étude </a:t>
          </a:r>
          <a:endParaRPr lang="en-US"/>
        </a:p>
      </dgm:t>
    </dgm:pt>
    <dgm:pt modelId="{EFF76D61-4737-4AAB-B04D-D24F12A1FA0F}" type="parTrans" cxnId="{4FFF2756-3F2E-453F-B6B5-E9A51C1157B5}">
      <dgm:prSet/>
      <dgm:spPr/>
      <dgm:t>
        <a:bodyPr/>
        <a:lstStyle/>
        <a:p>
          <a:endParaRPr lang="en-US"/>
        </a:p>
      </dgm:t>
    </dgm:pt>
    <dgm:pt modelId="{9D441B64-6590-46F0-AB91-05512498A5CF}" type="sibTrans" cxnId="{4FFF2756-3F2E-453F-B6B5-E9A51C1157B5}">
      <dgm:prSet/>
      <dgm:spPr/>
      <dgm:t>
        <a:bodyPr/>
        <a:lstStyle/>
        <a:p>
          <a:endParaRPr lang="en-US"/>
        </a:p>
      </dgm:t>
    </dgm:pt>
    <dgm:pt modelId="{0FFE83B0-6445-4518-8719-4713FE113C88}" type="pres">
      <dgm:prSet presAssocID="{0B9CDCAC-19C7-4FB6-926E-09A6026D2CC6}" presName="outerComposite" presStyleCnt="0">
        <dgm:presLayoutVars>
          <dgm:chMax val="5"/>
          <dgm:dir/>
          <dgm:resizeHandles val="exact"/>
        </dgm:presLayoutVars>
      </dgm:prSet>
      <dgm:spPr/>
    </dgm:pt>
    <dgm:pt modelId="{40C05B31-9ACB-4867-90FE-806D1B0B44F9}" type="pres">
      <dgm:prSet presAssocID="{0B9CDCAC-19C7-4FB6-926E-09A6026D2CC6}" presName="dummyMaxCanvas" presStyleCnt="0">
        <dgm:presLayoutVars/>
      </dgm:prSet>
      <dgm:spPr/>
    </dgm:pt>
    <dgm:pt modelId="{D85F3504-8EBB-463B-BC65-B1422236B535}" type="pres">
      <dgm:prSet presAssocID="{0B9CDCAC-19C7-4FB6-926E-09A6026D2CC6}" presName="FourNodes_1" presStyleLbl="node1" presStyleIdx="0" presStyleCnt="4">
        <dgm:presLayoutVars>
          <dgm:bulletEnabled val="1"/>
        </dgm:presLayoutVars>
      </dgm:prSet>
      <dgm:spPr/>
    </dgm:pt>
    <dgm:pt modelId="{B68C3583-ADE6-4315-81CC-DE00E94E71F0}" type="pres">
      <dgm:prSet presAssocID="{0B9CDCAC-19C7-4FB6-926E-09A6026D2CC6}" presName="FourNodes_2" presStyleLbl="node1" presStyleIdx="1" presStyleCnt="4">
        <dgm:presLayoutVars>
          <dgm:bulletEnabled val="1"/>
        </dgm:presLayoutVars>
      </dgm:prSet>
      <dgm:spPr/>
    </dgm:pt>
    <dgm:pt modelId="{2D978355-CBEB-4729-AB1D-5BA5ECD92A10}" type="pres">
      <dgm:prSet presAssocID="{0B9CDCAC-19C7-4FB6-926E-09A6026D2CC6}" presName="FourNodes_3" presStyleLbl="node1" presStyleIdx="2" presStyleCnt="4">
        <dgm:presLayoutVars>
          <dgm:bulletEnabled val="1"/>
        </dgm:presLayoutVars>
      </dgm:prSet>
      <dgm:spPr/>
    </dgm:pt>
    <dgm:pt modelId="{8F807155-E066-42C0-814C-9FBB882D0287}" type="pres">
      <dgm:prSet presAssocID="{0B9CDCAC-19C7-4FB6-926E-09A6026D2CC6}" presName="FourNodes_4" presStyleLbl="node1" presStyleIdx="3" presStyleCnt="4">
        <dgm:presLayoutVars>
          <dgm:bulletEnabled val="1"/>
        </dgm:presLayoutVars>
      </dgm:prSet>
      <dgm:spPr/>
    </dgm:pt>
    <dgm:pt modelId="{5A73F162-27E6-4D3D-AEF0-F5BB5C69307B}" type="pres">
      <dgm:prSet presAssocID="{0B9CDCAC-19C7-4FB6-926E-09A6026D2CC6}" presName="FourConn_1-2" presStyleLbl="fgAccFollowNode1" presStyleIdx="0" presStyleCnt="3">
        <dgm:presLayoutVars>
          <dgm:bulletEnabled val="1"/>
        </dgm:presLayoutVars>
      </dgm:prSet>
      <dgm:spPr/>
    </dgm:pt>
    <dgm:pt modelId="{94D2D464-295B-4825-B03C-FE6BBE12391B}" type="pres">
      <dgm:prSet presAssocID="{0B9CDCAC-19C7-4FB6-926E-09A6026D2CC6}" presName="FourConn_2-3" presStyleLbl="fgAccFollowNode1" presStyleIdx="1" presStyleCnt="3">
        <dgm:presLayoutVars>
          <dgm:bulletEnabled val="1"/>
        </dgm:presLayoutVars>
      </dgm:prSet>
      <dgm:spPr/>
    </dgm:pt>
    <dgm:pt modelId="{67C82027-4E3F-40CB-AE41-7868B8F4E76E}" type="pres">
      <dgm:prSet presAssocID="{0B9CDCAC-19C7-4FB6-926E-09A6026D2CC6}" presName="FourConn_3-4" presStyleLbl="fgAccFollowNode1" presStyleIdx="2" presStyleCnt="3">
        <dgm:presLayoutVars>
          <dgm:bulletEnabled val="1"/>
        </dgm:presLayoutVars>
      </dgm:prSet>
      <dgm:spPr/>
    </dgm:pt>
    <dgm:pt modelId="{93C70B45-E05E-441B-A8E7-E1923D25AE27}" type="pres">
      <dgm:prSet presAssocID="{0B9CDCAC-19C7-4FB6-926E-09A6026D2CC6}" presName="FourNodes_1_text" presStyleLbl="node1" presStyleIdx="3" presStyleCnt="4">
        <dgm:presLayoutVars>
          <dgm:bulletEnabled val="1"/>
        </dgm:presLayoutVars>
      </dgm:prSet>
      <dgm:spPr/>
    </dgm:pt>
    <dgm:pt modelId="{53615FC9-BA81-44D0-B22A-47B3704F646D}" type="pres">
      <dgm:prSet presAssocID="{0B9CDCAC-19C7-4FB6-926E-09A6026D2CC6}" presName="FourNodes_2_text" presStyleLbl="node1" presStyleIdx="3" presStyleCnt="4">
        <dgm:presLayoutVars>
          <dgm:bulletEnabled val="1"/>
        </dgm:presLayoutVars>
      </dgm:prSet>
      <dgm:spPr/>
    </dgm:pt>
    <dgm:pt modelId="{5146D01E-D57F-45BF-B6D3-EB1CC0B022B8}" type="pres">
      <dgm:prSet presAssocID="{0B9CDCAC-19C7-4FB6-926E-09A6026D2CC6}" presName="FourNodes_3_text" presStyleLbl="node1" presStyleIdx="3" presStyleCnt="4">
        <dgm:presLayoutVars>
          <dgm:bulletEnabled val="1"/>
        </dgm:presLayoutVars>
      </dgm:prSet>
      <dgm:spPr/>
    </dgm:pt>
    <dgm:pt modelId="{F70C2C7C-C848-4638-A9CD-16F673D4B173}" type="pres">
      <dgm:prSet presAssocID="{0B9CDCAC-19C7-4FB6-926E-09A6026D2CC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0BE5D27-9BA5-4E75-A85E-2BDD2E117D70}" type="presOf" srcId="{D8697DB2-690F-4E21-BF6A-5F31C72241C0}" destId="{5A73F162-27E6-4D3D-AEF0-F5BB5C69307B}" srcOrd="0" destOrd="0" presId="urn:microsoft.com/office/officeart/2005/8/layout/vProcess5"/>
    <dgm:cxn modelId="{F9EDAE29-4F70-4ED4-ADD6-7776E8C90896}" type="presOf" srcId="{40551DD4-7E24-4899-8E58-30620B2D522C}" destId="{B68C3583-ADE6-4315-81CC-DE00E94E71F0}" srcOrd="0" destOrd="0" presId="urn:microsoft.com/office/officeart/2005/8/layout/vProcess5"/>
    <dgm:cxn modelId="{5CD1422B-0527-4CE3-990D-22410BA1914D}" type="presOf" srcId="{40551DD4-7E24-4899-8E58-30620B2D522C}" destId="{53615FC9-BA81-44D0-B22A-47B3704F646D}" srcOrd="1" destOrd="0" presId="urn:microsoft.com/office/officeart/2005/8/layout/vProcess5"/>
    <dgm:cxn modelId="{3C786634-D911-457F-9173-B54C1290A529}" type="presOf" srcId="{27C203C1-0CE8-4F56-94CB-C725CC39142A}" destId="{F70C2C7C-C848-4638-A9CD-16F673D4B173}" srcOrd="1" destOrd="0" presId="urn:microsoft.com/office/officeart/2005/8/layout/vProcess5"/>
    <dgm:cxn modelId="{9B1E673B-AF48-4889-88FB-B305D2A40872}" type="presOf" srcId="{27C203C1-0CE8-4F56-94CB-C725CC39142A}" destId="{8F807155-E066-42C0-814C-9FBB882D0287}" srcOrd="0" destOrd="0" presId="urn:microsoft.com/office/officeart/2005/8/layout/vProcess5"/>
    <dgm:cxn modelId="{29C4A546-C5A1-4183-A98E-22E7EB070077}" srcId="{0B9CDCAC-19C7-4FB6-926E-09A6026D2CC6}" destId="{957F1C9B-BDB6-4CCF-9935-8AB709638EF0}" srcOrd="0" destOrd="0" parTransId="{FBD6A486-D0A5-4B23-B574-31BB3B1791F4}" sibTransId="{D8697DB2-690F-4E21-BF6A-5F31C72241C0}"/>
    <dgm:cxn modelId="{B2866173-79EB-45F1-83FE-410CF41AD6BB}" type="presOf" srcId="{558F2E3E-7840-401C-89EB-60FA125D267F}" destId="{2D978355-CBEB-4729-AB1D-5BA5ECD92A10}" srcOrd="0" destOrd="0" presId="urn:microsoft.com/office/officeart/2005/8/layout/vProcess5"/>
    <dgm:cxn modelId="{4FFF2756-3F2E-453F-B6B5-E9A51C1157B5}" srcId="{0B9CDCAC-19C7-4FB6-926E-09A6026D2CC6}" destId="{27C203C1-0CE8-4F56-94CB-C725CC39142A}" srcOrd="3" destOrd="0" parTransId="{EFF76D61-4737-4AAB-B04D-D24F12A1FA0F}" sibTransId="{9D441B64-6590-46F0-AB91-05512498A5CF}"/>
    <dgm:cxn modelId="{76FEB956-9336-4036-9762-B870CF892208}" type="presOf" srcId="{8ACF71B3-9222-434C-B420-02138B7F2F4B}" destId="{94D2D464-295B-4825-B03C-FE6BBE12391B}" srcOrd="0" destOrd="0" presId="urn:microsoft.com/office/officeart/2005/8/layout/vProcess5"/>
    <dgm:cxn modelId="{B6B5697E-4485-4D82-A801-0F0915D850D8}" srcId="{0B9CDCAC-19C7-4FB6-926E-09A6026D2CC6}" destId="{40551DD4-7E24-4899-8E58-30620B2D522C}" srcOrd="1" destOrd="0" parTransId="{81E4BFC9-A1C9-4523-BEDE-E4C46F0DC673}" sibTransId="{8ACF71B3-9222-434C-B420-02138B7F2F4B}"/>
    <dgm:cxn modelId="{98FF33AD-DAED-4919-AB75-CA10EECB3317}" type="presOf" srcId="{957F1C9B-BDB6-4CCF-9935-8AB709638EF0}" destId="{93C70B45-E05E-441B-A8E7-E1923D25AE27}" srcOrd="1" destOrd="0" presId="urn:microsoft.com/office/officeart/2005/8/layout/vProcess5"/>
    <dgm:cxn modelId="{A7ED22CA-7B1B-44C4-A57F-656C82559A37}" type="presOf" srcId="{558F2E3E-7840-401C-89EB-60FA125D267F}" destId="{5146D01E-D57F-45BF-B6D3-EB1CC0B022B8}" srcOrd="1" destOrd="0" presId="urn:microsoft.com/office/officeart/2005/8/layout/vProcess5"/>
    <dgm:cxn modelId="{2A1A7FD6-8414-4D65-905C-FFDAB5310A9E}" type="presOf" srcId="{0B9CDCAC-19C7-4FB6-926E-09A6026D2CC6}" destId="{0FFE83B0-6445-4518-8719-4713FE113C88}" srcOrd="0" destOrd="0" presId="urn:microsoft.com/office/officeart/2005/8/layout/vProcess5"/>
    <dgm:cxn modelId="{482CDEE9-4D51-4FDE-9DB4-2C02BD7066FC}" srcId="{0B9CDCAC-19C7-4FB6-926E-09A6026D2CC6}" destId="{558F2E3E-7840-401C-89EB-60FA125D267F}" srcOrd="2" destOrd="0" parTransId="{8084C0CD-AA65-44F6-AF59-0E9FAC8B14BE}" sibTransId="{AEE1A334-B9BA-4BAC-B46D-A5B60199DAE6}"/>
    <dgm:cxn modelId="{37ADDBEC-EA3B-4500-9AB0-FEE2A4FD7918}" type="presOf" srcId="{AEE1A334-B9BA-4BAC-B46D-A5B60199DAE6}" destId="{67C82027-4E3F-40CB-AE41-7868B8F4E76E}" srcOrd="0" destOrd="0" presId="urn:microsoft.com/office/officeart/2005/8/layout/vProcess5"/>
    <dgm:cxn modelId="{AB6AFAF6-3D34-4695-8016-6213C2B7168F}" type="presOf" srcId="{957F1C9B-BDB6-4CCF-9935-8AB709638EF0}" destId="{D85F3504-8EBB-463B-BC65-B1422236B535}" srcOrd="0" destOrd="0" presId="urn:microsoft.com/office/officeart/2005/8/layout/vProcess5"/>
    <dgm:cxn modelId="{F6C74796-A355-4377-BEF4-8DF684D2ECFC}" type="presParOf" srcId="{0FFE83B0-6445-4518-8719-4713FE113C88}" destId="{40C05B31-9ACB-4867-90FE-806D1B0B44F9}" srcOrd="0" destOrd="0" presId="urn:microsoft.com/office/officeart/2005/8/layout/vProcess5"/>
    <dgm:cxn modelId="{66A8420F-082C-4A09-B6B8-8B63CDC6F9AB}" type="presParOf" srcId="{0FFE83B0-6445-4518-8719-4713FE113C88}" destId="{D85F3504-8EBB-463B-BC65-B1422236B535}" srcOrd="1" destOrd="0" presId="urn:microsoft.com/office/officeart/2005/8/layout/vProcess5"/>
    <dgm:cxn modelId="{D2D4A10A-F3A6-4DE2-A0B2-C957A031597E}" type="presParOf" srcId="{0FFE83B0-6445-4518-8719-4713FE113C88}" destId="{B68C3583-ADE6-4315-81CC-DE00E94E71F0}" srcOrd="2" destOrd="0" presId="urn:microsoft.com/office/officeart/2005/8/layout/vProcess5"/>
    <dgm:cxn modelId="{B5E825B4-B9B6-4CD2-83A3-F5A3A1212520}" type="presParOf" srcId="{0FFE83B0-6445-4518-8719-4713FE113C88}" destId="{2D978355-CBEB-4729-AB1D-5BA5ECD92A10}" srcOrd="3" destOrd="0" presId="urn:microsoft.com/office/officeart/2005/8/layout/vProcess5"/>
    <dgm:cxn modelId="{5C7104A0-2D19-459F-865E-034B2A1D84C9}" type="presParOf" srcId="{0FFE83B0-6445-4518-8719-4713FE113C88}" destId="{8F807155-E066-42C0-814C-9FBB882D0287}" srcOrd="4" destOrd="0" presId="urn:microsoft.com/office/officeart/2005/8/layout/vProcess5"/>
    <dgm:cxn modelId="{0F1C813C-79F6-45C4-91A6-9B1036FB6B03}" type="presParOf" srcId="{0FFE83B0-6445-4518-8719-4713FE113C88}" destId="{5A73F162-27E6-4D3D-AEF0-F5BB5C69307B}" srcOrd="5" destOrd="0" presId="urn:microsoft.com/office/officeart/2005/8/layout/vProcess5"/>
    <dgm:cxn modelId="{E3585FD2-5EB4-45CA-8D13-CB159CF89FDE}" type="presParOf" srcId="{0FFE83B0-6445-4518-8719-4713FE113C88}" destId="{94D2D464-295B-4825-B03C-FE6BBE12391B}" srcOrd="6" destOrd="0" presId="urn:microsoft.com/office/officeart/2005/8/layout/vProcess5"/>
    <dgm:cxn modelId="{45013FB9-E8F3-476D-B217-0F35A6554B40}" type="presParOf" srcId="{0FFE83B0-6445-4518-8719-4713FE113C88}" destId="{67C82027-4E3F-40CB-AE41-7868B8F4E76E}" srcOrd="7" destOrd="0" presId="urn:microsoft.com/office/officeart/2005/8/layout/vProcess5"/>
    <dgm:cxn modelId="{F9D1D0FE-F3B6-4226-936A-574029158463}" type="presParOf" srcId="{0FFE83B0-6445-4518-8719-4713FE113C88}" destId="{93C70B45-E05E-441B-A8E7-E1923D25AE27}" srcOrd="8" destOrd="0" presId="urn:microsoft.com/office/officeart/2005/8/layout/vProcess5"/>
    <dgm:cxn modelId="{FB282256-CBD8-49A4-8106-2ED040D5DDE6}" type="presParOf" srcId="{0FFE83B0-6445-4518-8719-4713FE113C88}" destId="{53615FC9-BA81-44D0-B22A-47B3704F646D}" srcOrd="9" destOrd="0" presId="urn:microsoft.com/office/officeart/2005/8/layout/vProcess5"/>
    <dgm:cxn modelId="{3A422225-A6CA-4ED5-9272-F5C9E47D5E3D}" type="presParOf" srcId="{0FFE83B0-6445-4518-8719-4713FE113C88}" destId="{5146D01E-D57F-45BF-B6D3-EB1CC0B022B8}" srcOrd="10" destOrd="0" presId="urn:microsoft.com/office/officeart/2005/8/layout/vProcess5"/>
    <dgm:cxn modelId="{199D4841-AE4B-4A71-B883-28DAB2D678CD}" type="presParOf" srcId="{0FFE83B0-6445-4518-8719-4713FE113C88}" destId="{F70C2C7C-C848-4638-A9CD-16F673D4B17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9CDCAC-19C7-4FB6-926E-09A6026D2CC6}" type="doc">
      <dgm:prSet loTypeId="urn:microsoft.com/office/officeart/2005/8/layout/lProcess3" loCatId="process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957F1C9B-BDB6-4CCF-9935-8AB709638EF0}">
      <dgm:prSet/>
      <dgm:spPr/>
      <dgm:t>
        <a:bodyPr/>
        <a:lstStyle/>
        <a:p>
          <a:r>
            <a:rPr lang="fr-FR" dirty="0"/>
            <a:t>Présentation du Jeu de Nim</a:t>
          </a:r>
          <a:endParaRPr lang="en-US" dirty="0"/>
        </a:p>
      </dgm:t>
    </dgm:pt>
    <dgm:pt modelId="{FBD6A486-D0A5-4B23-B574-31BB3B1791F4}" type="parTrans" cxnId="{29C4A546-C5A1-4183-A98E-22E7EB070077}">
      <dgm:prSet/>
      <dgm:spPr/>
      <dgm:t>
        <a:bodyPr/>
        <a:lstStyle/>
        <a:p>
          <a:endParaRPr lang="en-US"/>
        </a:p>
      </dgm:t>
    </dgm:pt>
    <dgm:pt modelId="{D8697DB2-690F-4E21-BF6A-5F31C72241C0}" type="sibTrans" cxnId="{29C4A546-C5A1-4183-A98E-22E7EB070077}">
      <dgm:prSet/>
      <dgm:spPr/>
      <dgm:t>
        <a:bodyPr/>
        <a:lstStyle/>
        <a:p>
          <a:endParaRPr lang="en-US"/>
        </a:p>
      </dgm:t>
    </dgm:pt>
    <dgm:pt modelId="{40551DD4-7E24-4899-8E58-30620B2D522C}">
      <dgm:prSet/>
      <dgm:spPr/>
      <dgm:t>
        <a:bodyPr/>
        <a:lstStyle/>
        <a:p>
          <a:r>
            <a:rPr lang="fr-FR"/>
            <a:t>Problématique du TIPE</a:t>
          </a:r>
          <a:endParaRPr lang="en-US"/>
        </a:p>
      </dgm:t>
    </dgm:pt>
    <dgm:pt modelId="{81E4BFC9-A1C9-4523-BEDE-E4C46F0DC673}" type="parTrans" cxnId="{B6B5697E-4485-4D82-A801-0F0915D850D8}">
      <dgm:prSet/>
      <dgm:spPr/>
      <dgm:t>
        <a:bodyPr/>
        <a:lstStyle/>
        <a:p>
          <a:endParaRPr lang="en-US"/>
        </a:p>
      </dgm:t>
    </dgm:pt>
    <dgm:pt modelId="{8ACF71B3-9222-434C-B420-02138B7F2F4B}" type="sibTrans" cxnId="{B6B5697E-4485-4D82-A801-0F0915D850D8}">
      <dgm:prSet/>
      <dgm:spPr/>
      <dgm:t>
        <a:bodyPr/>
        <a:lstStyle/>
        <a:p>
          <a:endParaRPr lang="en-US"/>
        </a:p>
      </dgm:t>
    </dgm:pt>
    <dgm:pt modelId="{558F2E3E-7840-401C-89EB-60FA125D267F}">
      <dgm:prSet/>
      <dgm:spPr/>
      <dgm:t>
        <a:bodyPr/>
        <a:lstStyle/>
        <a:p>
          <a:r>
            <a:rPr lang="fr-FR"/>
            <a:t>Objectifs du TIPE</a:t>
          </a:r>
          <a:endParaRPr lang="en-US"/>
        </a:p>
      </dgm:t>
    </dgm:pt>
    <dgm:pt modelId="{8084C0CD-AA65-44F6-AF59-0E9FAC8B14BE}" type="parTrans" cxnId="{482CDEE9-4D51-4FDE-9DB4-2C02BD7066FC}">
      <dgm:prSet/>
      <dgm:spPr/>
      <dgm:t>
        <a:bodyPr/>
        <a:lstStyle/>
        <a:p>
          <a:endParaRPr lang="en-US"/>
        </a:p>
      </dgm:t>
    </dgm:pt>
    <dgm:pt modelId="{AEE1A334-B9BA-4BAC-B46D-A5B60199DAE6}" type="sibTrans" cxnId="{482CDEE9-4D51-4FDE-9DB4-2C02BD7066FC}">
      <dgm:prSet/>
      <dgm:spPr/>
      <dgm:t>
        <a:bodyPr/>
        <a:lstStyle/>
        <a:p>
          <a:endParaRPr lang="en-US"/>
        </a:p>
      </dgm:t>
    </dgm:pt>
    <dgm:pt modelId="{27C203C1-0CE8-4F56-94CB-C725CC39142A}">
      <dgm:prSet/>
      <dgm:spPr/>
      <dgm:t>
        <a:bodyPr/>
        <a:lstStyle/>
        <a:p>
          <a:r>
            <a:rPr lang="fr-FR"/>
            <a:t>Pan d'étude </a:t>
          </a:r>
          <a:endParaRPr lang="en-US"/>
        </a:p>
      </dgm:t>
    </dgm:pt>
    <dgm:pt modelId="{EFF76D61-4737-4AAB-B04D-D24F12A1FA0F}" type="parTrans" cxnId="{4FFF2756-3F2E-453F-B6B5-E9A51C1157B5}">
      <dgm:prSet/>
      <dgm:spPr/>
      <dgm:t>
        <a:bodyPr/>
        <a:lstStyle/>
        <a:p>
          <a:endParaRPr lang="en-US"/>
        </a:p>
      </dgm:t>
    </dgm:pt>
    <dgm:pt modelId="{9D441B64-6590-46F0-AB91-05512498A5CF}" type="sibTrans" cxnId="{4FFF2756-3F2E-453F-B6B5-E9A51C1157B5}">
      <dgm:prSet/>
      <dgm:spPr/>
      <dgm:t>
        <a:bodyPr/>
        <a:lstStyle/>
        <a:p>
          <a:endParaRPr lang="en-US"/>
        </a:p>
      </dgm:t>
    </dgm:pt>
    <dgm:pt modelId="{63988715-1CC4-4BAA-900B-2797BB151E1E}" type="pres">
      <dgm:prSet presAssocID="{0B9CDCAC-19C7-4FB6-926E-09A6026D2CC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F7797D8-98E1-4758-A119-CFD6A97F6A2C}" type="pres">
      <dgm:prSet presAssocID="{957F1C9B-BDB6-4CCF-9935-8AB709638EF0}" presName="horFlow" presStyleCnt="0"/>
      <dgm:spPr/>
    </dgm:pt>
    <dgm:pt modelId="{3D88DDE4-B2E6-4C39-848B-E963CF8F0081}" type="pres">
      <dgm:prSet presAssocID="{957F1C9B-BDB6-4CCF-9935-8AB709638EF0}" presName="bigChev" presStyleLbl="node1" presStyleIdx="0" presStyleCnt="4" custScaleX="211819"/>
      <dgm:spPr/>
    </dgm:pt>
    <dgm:pt modelId="{5F02315F-9516-498C-BAE0-80FC23C66FCF}" type="pres">
      <dgm:prSet presAssocID="{957F1C9B-BDB6-4CCF-9935-8AB709638EF0}" presName="vSp" presStyleCnt="0"/>
      <dgm:spPr/>
    </dgm:pt>
    <dgm:pt modelId="{E7100C92-F9A0-4D11-962A-B1F59678AB0F}" type="pres">
      <dgm:prSet presAssocID="{40551DD4-7E24-4899-8E58-30620B2D522C}" presName="horFlow" presStyleCnt="0"/>
      <dgm:spPr/>
    </dgm:pt>
    <dgm:pt modelId="{786371AC-733F-431A-BE39-84AB7CC053F2}" type="pres">
      <dgm:prSet presAssocID="{40551DD4-7E24-4899-8E58-30620B2D522C}" presName="bigChev" presStyleLbl="node1" presStyleIdx="1" presStyleCnt="4" custScaleX="211314"/>
      <dgm:spPr/>
    </dgm:pt>
    <dgm:pt modelId="{397D279C-7950-4758-A05B-0C0BDC2EC480}" type="pres">
      <dgm:prSet presAssocID="{40551DD4-7E24-4899-8E58-30620B2D522C}" presName="vSp" presStyleCnt="0"/>
      <dgm:spPr/>
    </dgm:pt>
    <dgm:pt modelId="{BA8650E4-78ED-42CD-BFE0-A894431842F3}" type="pres">
      <dgm:prSet presAssocID="{558F2E3E-7840-401C-89EB-60FA125D267F}" presName="horFlow" presStyleCnt="0"/>
      <dgm:spPr/>
    </dgm:pt>
    <dgm:pt modelId="{673C59DD-89A6-4350-A404-C8053D520821}" type="pres">
      <dgm:prSet presAssocID="{558F2E3E-7840-401C-89EB-60FA125D267F}" presName="bigChev" presStyleLbl="node1" presStyleIdx="2" presStyleCnt="4" custScaleX="211819"/>
      <dgm:spPr/>
    </dgm:pt>
    <dgm:pt modelId="{159CD046-8E8E-42C2-A464-74BA01D6F05A}" type="pres">
      <dgm:prSet presAssocID="{558F2E3E-7840-401C-89EB-60FA125D267F}" presName="vSp" presStyleCnt="0"/>
      <dgm:spPr/>
    </dgm:pt>
    <dgm:pt modelId="{EA2A3395-A45D-456C-955A-6A88F21D9CFF}" type="pres">
      <dgm:prSet presAssocID="{27C203C1-0CE8-4F56-94CB-C725CC39142A}" presName="horFlow" presStyleCnt="0"/>
      <dgm:spPr/>
    </dgm:pt>
    <dgm:pt modelId="{C644F315-8D6A-4DC6-B5C7-C2FEE9E1EB43}" type="pres">
      <dgm:prSet presAssocID="{27C203C1-0CE8-4F56-94CB-C725CC39142A}" presName="bigChev" presStyleLbl="node1" presStyleIdx="3" presStyleCnt="4" custScaleX="213335"/>
      <dgm:spPr/>
    </dgm:pt>
  </dgm:ptLst>
  <dgm:cxnLst>
    <dgm:cxn modelId="{29C4A546-C5A1-4183-A98E-22E7EB070077}" srcId="{0B9CDCAC-19C7-4FB6-926E-09A6026D2CC6}" destId="{957F1C9B-BDB6-4CCF-9935-8AB709638EF0}" srcOrd="0" destOrd="0" parTransId="{FBD6A486-D0A5-4B23-B574-31BB3B1791F4}" sibTransId="{D8697DB2-690F-4E21-BF6A-5F31C72241C0}"/>
    <dgm:cxn modelId="{B3E3F367-30EA-4DFB-AF48-D6E80622C1F9}" type="presOf" srcId="{27C203C1-0CE8-4F56-94CB-C725CC39142A}" destId="{C644F315-8D6A-4DC6-B5C7-C2FEE9E1EB43}" srcOrd="0" destOrd="0" presId="urn:microsoft.com/office/officeart/2005/8/layout/lProcess3"/>
    <dgm:cxn modelId="{4FFF2756-3F2E-453F-B6B5-E9A51C1157B5}" srcId="{0B9CDCAC-19C7-4FB6-926E-09A6026D2CC6}" destId="{27C203C1-0CE8-4F56-94CB-C725CC39142A}" srcOrd="3" destOrd="0" parTransId="{EFF76D61-4737-4AAB-B04D-D24F12A1FA0F}" sibTransId="{9D441B64-6590-46F0-AB91-05512498A5CF}"/>
    <dgm:cxn modelId="{B6B5697E-4485-4D82-A801-0F0915D850D8}" srcId="{0B9CDCAC-19C7-4FB6-926E-09A6026D2CC6}" destId="{40551DD4-7E24-4899-8E58-30620B2D522C}" srcOrd="1" destOrd="0" parTransId="{81E4BFC9-A1C9-4523-BEDE-E4C46F0DC673}" sibTransId="{8ACF71B3-9222-434C-B420-02138B7F2F4B}"/>
    <dgm:cxn modelId="{67BAEF9B-8BD2-4EDD-8470-EC288C6C1EC4}" type="presOf" srcId="{957F1C9B-BDB6-4CCF-9935-8AB709638EF0}" destId="{3D88DDE4-B2E6-4C39-848B-E963CF8F0081}" srcOrd="0" destOrd="0" presId="urn:microsoft.com/office/officeart/2005/8/layout/lProcess3"/>
    <dgm:cxn modelId="{AF6F46A7-FE72-42D1-ADE8-6FB36B693B38}" type="presOf" srcId="{0B9CDCAC-19C7-4FB6-926E-09A6026D2CC6}" destId="{63988715-1CC4-4BAA-900B-2797BB151E1E}" srcOrd="0" destOrd="0" presId="urn:microsoft.com/office/officeart/2005/8/layout/lProcess3"/>
    <dgm:cxn modelId="{885527C0-73DB-4A92-9BA0-72B3B811E3B9}" type="presOf" srcId="{558F2E3E-7840-401C-89EB-60FA125D267F}" destId="{673C59DD-89A6-4350-A404-C8053D520821}" srcOrd="0" destOrd="0" presId="urn:microsoft.com/office/officeart/2005/8/layout/lProcess3"/>
    <dgm:cxn modelId="{DB03B2D6-6701-44B9-A1AF-844E96528E5C}" type="presOf" srcId="{40551DD4-7E24-4899-8E58-30620B2D522C}" destId="{786371AC-733F-431A-BE39-84AB7CC053F2}" srcOrd="0" destOrd="0" presId="urn:microsoft.com/office/officeart/2005/8/layout/lProcess3"/>
    <dgm:cxn modelId="{482CDEE9-4D51-4FDE-9DB4-2C02BD7066FC}" srcId="{0B9CDCAC-19C7-4FB6-926E-09A6026D2CC6}" destId="{558F2E3E-7840-401C-89EB-60FA125D267F}" srcOrd="2" destOrd="0" parTransId="{8084C0CD-AA65-44F6-AF59-0E9FAC8B14BE}" sibTransId="{AEE1A334-B9BA-4BAC-B46D-A5B60199DAE6}"/>
    <dgm:cxn modelId="{7FAA342F-A8AA-4281-AEC2-3AB65DC78E97}" type="presParOf" srcId="{63988715-1CC4-4BAA-900B-2797BB151E1E}" destId="{BF7797D8-98E1-4758-A119-CFD6A97F6A2C}" srcOrd="0" destOrd="0" presId="urn:microsoft.com/office/officeart/2005/8/layout/lProcess3"/>
    <dgm:cxn modelId="{063D6097-1A93-409A-B465-40639DFAC025}" type="presParOf" srcId="{BF7797D8-98E1-4758-A119-CFD6A97F6A2C}" destId="{3D88DDE4-B2E6-4C39-848B-E963CF8F0081}" srcOrd="0" destOrd="0" presId="urn:microsoft.com/office/officeart/2005/8/layout/lProcess3"/>
    <dgm:cxn modelId="{29C21B76-F5A2-42DB-899F-07B1D5C7CC69}" type="presParOf" srcId="{63988715-1CC4-4BAA-900B-2797BB151E1E}" destId="{5F02315F-9516-498C-BAE0-80FC23C66FCF}" srcOrd="1" destOrd="0" presId="urn:microsoft.com/office/officeart/2005/8/layout/lProcess3"/>
    <dgm:cxn modelId="{B69EE46E-97AD-4285-9F8A-6F9DD6BFB479}" type="presParOf" srcId="{63988715-1CC4-4BAA-900B-2797BB151E1E}" destId="{E7100C92-F9A0-4D11-962A-B1F59678AB0F}" srcOrd="2" destOrd="0" presId="urn:microsoft.com/office/officeart/2005/8/layout/lProcess3"/>
    <dgm:cxn modelId="{5787744E-9DD4-4ADE-BEAE-4B9C849789A4}" type="presParOf" srcId="{E7100C92-F9A0-4D11-962A-B1F59678AB0F}" destId="{786371AC-733F-431A-BE39-84AB7CC053F2}" srcOrd="0" destOrd="0" presId="urn:microsoft.com/office/officeart/2005/8/layout/lProcess3"/>
    <dgm:cxn modelId="{B4923356-E502-46F4-9814-BD3B65BB64D0}" type="presParOf" srcId="{63988715-1CC4-4BAA-900B-2797BB151E1E}" destId="{397D279C-7950-4758-A05B-0C0BDC2EC480}" srcOrd="3" destOrd="0" presId="urn:microsoft.com/office/officeart/2005/8/layout/lProcess3"/>
    <dgm:cxn modelId="{FBB5B615-2EAC-4762-AC6C-97BC8F3444D4}" type="presParOf" srcId="{63988715-1CC4-4BAA-900B-2797BB151E1E}" destId="{BA8650E4-78ED-42CD-BFE0-A894431842F3}" srcOrd="4" destOrd="0" presId="urn:microsoft.com/office/officeart/2005/8/layout/lProcess3"/>
    <dgm:cxn modelId="{B7BC869C-9BEF-4260-AB35-70E55D29A461}" type="presParOf" srcId="{BA8650E4-78ED-42CD-BFE0-A894431842F3}" destId="{673C59DD-89A6-4350-A404-C8053D520821}" srcOrd="0" destOrd="0" presId="urn:microsoft.com/office/officeart/2005/8/layout/lProcess3"/>
    <dgm:cxn modelId="{6B699347-49F4-4734-B368-8CE8E223280D}" type="presParOf" srcId="{63988715-1CC4-4BAA-900B-2797BB151E1E}" destId="{159CD046-8E8E-42C2-A464-74BA01D6F05A}" srcOrd="5" destOrd="0" presId="urn:microsoft.com/office/officeart/2005/8/layout/lProcess3"/>
    <dgm:cxn modelId="{6C7C1C17-CAEF-46F2-B3FA-89B6219EC3C8}" type="presParOf" srcId="{63988715-1CC4-4BAA-900B-2797BB151E1E}" destId="{EA2A3395-A45D-456C-955A-6A88F21D9CFF}" srcOrd="6" destOrd="0" presId="urn:microsoft.com/office/officeart/2005/8/layout/lProcess3"/>
    <dgm:cxn modelId="{1702D23C-4075-45F6-B604-8DED5D73B713}" type="presParOf" srcId="{EA2A3395-A45D-456C-955A-6A88F21D9CFF}" destId="{C644F315-8D6A-4DC6-B5C7-C2FEE9E1EB43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9CDCAC-19C7-4FB6-926E-09A6026D2CC6}" type="doc">
      <dgm:prSet loTypeId="urn:microsoft.com/office/officeart/2005/8/layout/lProcess3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57F1C9B-BDB6-4CCF-9935-8AB709638EF0}">
      <dgm:prSet/>
      <dgm:spPr/>
      <dgm:t>
        <a:bodyPr/>
        <a:lstStyle/>
        <a:p>
          <a:r>
            <a:rPr lang="fr-FR" dirty="0"/>
            <a:t>Présentation du Jeu de Nim</a:t>
          </a:r>
          <a:endParaRPr lang="en-US" dirty="0"/>
        </a:p>
      </dgm:t>
    </dgm:pt>
    <dgm:pt modelId="{FBD6A486-D0A5-4B23-B574-31BB3B1791F4}" type="parTrans" cxnId="{29C4A546-C5A1-4183-A98E-22E7EB070077}">
      <dgm:prSet/>
      <dgm:spPr/>
      <dgm:t>
        <a:bodyPr/>
        <a:lstStyle/>
        <a:p>
          <a:endParaRPr lang="en-US"/>
        </a:p>
      </dgm:t>
    </dgm:pt>
    <dgm:pt modelId="{D8697DB2-690F-4E21-BF6A-5F31C72241C0}" type="sibTrans" cxnId="{29C4A546-C5A1-4183-A98E-22E7EB070077}">
      <dgm:prSet/>
      <dgm:spPr/>
      <dgm:t>
        <a:bodyPr/>
        <a:lstStyle/>
        <a:p>
          <a:endParaRPr lang="en-US"/>
        </a:p>
      </dgm:t>
    </dgm:pt>
    <dgm:pt modelId="{40551DD4-7E24-4899-8E58-30620B2D522C}">
      <dgm:prSet/>
      <dgm:spPr/>
      <dgm:t>
        <a:bodyPr/>
        <a:lstStyle/>
        <a:p>
          <a:r>
            <a:rPr lang="fr-FR"/>
            <a:t>Problématique du TIPE</a:t>
          </a:r>
          <a:endParaRPr lang="en-US"/>
        </a:p>
      </dgm:t>
    </dgm:pt>
    <dgm:pt modelId="{81E4BFC9-A1C9-4523-BEDE-E4C46F0DC673}" type="parTrans" cxnId="{B6B5697E-4485-4D82-A801-0F0915D850D8}">
      <dgm:prSet/>
      <dgm:spPr/>
      <dgm:t>
        <a:bodyPr/>
        <a:lstStyle/>
        <a:p>
          <a:endParaRPr lang="en-US"/>
        </a:p>
      </dgm:t>
    </dgm:pt>
    <dgm:pt modelId="{8ACF71B3-9222-434C-B420-02138B7F2F4B}" type="sibTrans" cxnId="{B6B5697E-4485-4D82-A801-0F0915D850D8}">
      <dgm:prSet/>
      <dgm:spPr/>
      <dgm:t>
        <a:bodyPr/>
        <a:lstStyle/>
        <a:p>
          <a:endParaRPr lang="en-US"/>
        </a:p>
      </dgm:t>
    </dgm:pt>
    <dgm:pt modelId="{558F2E3E-7840-401C-89EB-60FA125D267F}">
      <dgm:prSet/>
      <dgm:spPr/>
      <dgm:t>
        <a:bodyPr/>
        <a:lstStyle/>
        <a:p>
          <a:r>
            <a:rPr lang="fr-FR"/>
            <a:t>Objectifs du TIPE</a:t>
          </a:r>
          <a:endParaRPr lang="en-US"/>
        </a:p>
      </dgm:t>
    </dgm:pt>
    <dgm:pt modelId="{8084C0CD-AA65-44F6-AF59-0E9FAC8B14BE}" type="parTrans" cxnId="{482CDEE9-4D51-4FDE-9DB4-2C02BD7066FC}">
      <dgm:prSet/>
      <dgm:spPr/>
      <dgm:t>
        <a:bodyPr/>
        <a:lstStyle/>
        <a:p>
          <a:endParaRPr lang="en-US"/>
        </a:p>
      </dgm:t>
    </dgm:pt>
    <dgm:pt modelId="{AEE1A334-B9BA-4BAC-B46D-A5B60199DAE6}" type="sibTrans" cxnId="{482CDEE9-4D51-4FDE-9DB4-2C02BD7066FC}">
      <dgm:prSet/>
      <dgm:spPr/>
      <dgm:t>
        <a:bodyPr/>
        <a:lstStyle/>
        <a:p>
          <a:endParaRPr lang="en-US"/>
        </a:p>
      </dgm:t>
    </dgm:pt>
    <dgm:pt modelId="{27C203C1-0CE8-4F56-94CB-C725CC39142A}">
      <dgm:prSet/>
      <dgm:spPr/>
      <dgm:t>
        <a:bodyPr/>
        <a:lstStyle/>
        <a:p>
          <a:r>
            <a:rPr lang="fr-FR"/>
            <a:t>Pan d'étude </a:t>
          </a:r>
          <a:endParaRPr lang="en-US"/>
        </a:p>
      </dgm:t>
    </dgm:pt>
    <dgm:pt modelId="{EFF76D61-4737-4AAB-B04D-D24F12A1FA0F}" type="parTrans" cxnId="{4FFF2756-3F2E-453F-B6B5-E9A51C1157B5}">
      <dgm:prSet/>
      <dgm:spPr/>
      <dgm:t>
        <a:bodyPr/>
        <a:lstStyle/>
        <a:p>
          <a:endParaRPr lang="en-US"/>
        </a:p>
      </dgm:t>
    </dgm:pt>
    <dgm:pt modelId="{9D441B64-6590-46F0-AB91-05512498A5CF}" type="sibTrans" cxnId="{4FFF2756-3F2E-453F-B6B5-E9A51C1157B5}">
      <dgm:prSet/>
      <dgm:spPr/>
      <dgm:t>
        <a:bodyPr/>
        <a:lstStyle/>
        <a:p>
          <a:endParaRPr lang="en-US"/>
        </a:p>
      </dgm:t>
    </dgm:pt>
    <dgm:pt modelId="{63988715-1CC4-4BAA-900B-2797BB151E1E}" type="pres">
      <dgm:prSet presAssocID="{0B9CDCAC-19C7-4FB6-926E-09A6026D2CC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F7797D8-98E1-4758-A119-CFD6A97F6A2C}" type="pres">
      <dgm:prSet presAssocID="{957F1C9B-BDB6-4CCF-9935-8AB709638EF0}" presName="horFlow" presStyleCnt="0"/>
      <dgm:spPr/>
    </dgm:pt>
    <dgm:pt modelId="{3D88DDE4-B2E6-4C39-848B-E963CF8F0081}" type="pres">
      <dgm:prSet presAssocID="{957F1C9B-BDB6-4CCF-9935-8AB709638EF0}" presName="bigChev" presStyleLbl="node1" presStyleIdx="0" presStyleCnt="4" custScaleX="211819"/>
      <dgm:spPr/>
    </dgm:pt>
    <dgm:pt modelId="{5F02315F-9516-498C-BAE0-80FC23C66FCF}" type="pres">
      <dgm:prSet presAssocID="{957F1C9B-BDB6-4CCF-9935-8AB709638EF0}" presName="vSp" presStyleCnt="0"/>
      <dgm:spPr/>
    </dgm:pt>
    <dgm:pt modelId="{E7100C92-F9A0-4D11-962A-B1F59678AB0F}" type="pres">
      <dgm:prSet presAssocID="{40551DD4-7E24-4899-8E58-30620B2D522C}" presName="horFlow" presStyleCnt="0"/>
      <dgm:spPr/>
    </dgm:pt>
    <dgm:pt modelId="{786371AC-733F-431A-BE39-84AB7CC053F2}" type="pres">
      <dgm:prSet presAssocID="{40551DD4-7E24-4899-8E58-30620B2D522C}" presName="bigChev" presStyleLbl="node1" presStyleIdx="1" presStyleCnt="4" custScaleX="211314"/>
      <dgm:spPr/>
    </dgm:pt>
    <dgm:pt modelId="{397D279C-7950-4758-A05B-0C0BDC2EC480}" type="pres">
      <dgm:prSet presAssocID="{40551DD4-7E24-4899-8E58-30620B2D522C}" presName="vSp" presStyleCnt="0"/>
      <dgm:spPr/>
    </dgm:pt>
    <dgm:pt modelId="{BA8650E4-78ED-42CD-BFE0-A894431842F3}" type="pres">
      <dgm:prSet presAssocID="{558F2E3E-7840-401C-89EB-60FA125D267F}" presName="horFlow" presStyleCnt="0"/>
      <dgm:spPr/>
    </dgm:pt>
    <dgm:pt modelId="{673C59DD-89A6-4350-A404-C8053D520821}" type="pres">
      <dgm:prSet presAssocID="{558F2E3E-7840-401C-89EB-60FA125D267F}" presName="bigChev" presStyleLbl="node1" presStyleIdx="2" presStyleCnt="4" custScaleX="211819"/>
      <dgm:spPr/>
    </dgm:pt>
    <dgm:pt modelId="{159CD046-8E8E-42C2-A464-74BA01D6F05A}" type="pres">
      <dgm:prSet presAssocID="{558F2E3E-7840-401C-89EB-60FA125D267F}" presName="vSp" presStyleCnt="0"/>
      <dgm:spPr/>
    </dgm:pt>
    <dgm:pt modelId="{EA2A3395-A45D-456C-955A-6A88F21D9CFF}" type="pres">
      <dgm:prSet presAssocID="{27C203C1-0CE8-4F56-94CB-C725CC39142A}" presName="horFlow" presStyleCnt="0"/>
      <dgm:spPr/>
    </dgm:pt>
    <dgm:pt modelId="{C644F315-8D6A-4DC6-B5C7-C2FEE9E1EB43}" type="pres">
      <dgm:prSet presAssocID="{27C203C1-0CE8-4F56-94CB-C725CC39142A}" presName="bigChev" presStyleLbl="node1" presStyleIdx="3" presStyleCnt="4" custScaleX="213335"/>
      <dgm:spPr/>
    </dgm:pt>
  </dgm:ptLst>
  <dgm:cxnLst>
    <dgm:cxn modelId="{29C4A546-C5A1-4183-A98E-22E7EB070077}" srcId="{0B9CDCAC-19C7-4FB6-926E-09A6026D2CC6}" destId="{957F1C9B-BDB6-4CCF-9935-8AB709638EF0}" srcOrd="0" destOrd="0" parTransId="{FBD6A486-D0A5-4B23-B574-31BB3B1791F4}" sibTransId="{D8697DB2-690F-4E21-BF6A-5F31C72241C0}"/>
    <dgm:cxn modelId="{B3E3F367-30EA-4DFB-AF48-D6E80622C1F9}" type="presOf" srcId="{27C203C1-0CE8-4F56-94CB-C725CC39142A}" destId="{C644F315-8D6A-4DC6-B5C7-C2FEE9E1EB43}" srcOrd="0" destOrd="0" presId="urn:microsoft.com/office/officeart/2005/8/layout/lProcess3"/>
    <dgm:cxn modelId="{4FFF2756-3F2E-453F-B6B5-E9A51C1157B5}" srcId="{0B9CDCAC-19C7-4FB6-926E-09A6026D2CC6}" destId="{27C203C1-0CE8-4F56-94CB-C725CC39142A}" srcOrd="3" destOrd="0" parTransId="{EFF76D61-4737-4AAB-B04D-D24F12A1FA0F}" sibTransId="{9D441B64-6590-46F0-AB91-05512498A5CF}"/>
    <dgm:cxn modelId="{B6B5697E-4485-4D82-A801-0F0915D850D8}" srcId="{0B9CDCAC-19C7-4FB6-926E-09A6026D2CC6}" destId="{40551DD4-7E24-4899-8E58-30620B2D522C}" srcOrd="1" destOrd="0" parTransId="{81E4BFC9-A1C9-4523-BEDE-E4C46F0DC673}" sibTransId="{8ACF71B3-9222-434C-B420-02138B7F2F4B}"/>
    <dgm:cxn modelId="{67BAEF9B-8BD2-4EDD-8470-EC288C6C1EC4}" type="presOf" srcId="{957F1C9B-BDB6-4CCF-9935-8AB709638EF0}" destId="{3D88DDE4-B2E6-4C39-848B-E963CF8F0081}" srcOrd="0" destOrd="0" presId="urn:microsoft.com/office/officeart/2005/8/layout/lProcess3"/>
    <dgm:cxn modelId="{AF6F46A7-FE72-42D1-ADE8-6FB36B693B38}" type="presOf" srcId="{0B9CDCAC-19C7-4FB6-926E-09A6026D2CC6}" destId="{63988715-1CC4-4BAA-900B-2797BB151E1E}" srcOrd="0" destOrd="0" presId="urn:microsoft.com/office/officeart/2005/8/layout/lProcess3"/>
    <dgm:cxn modelId="{885527C0-73DB-4A92-9BA0-72B3B811E3B9}" type="presOf" srcId="{558F2E3E-7840-401C-89EB-60FA125D267F}" destId="{673C59DD-89A6-4350-A404-C8053D520821}" srcOrd="0" destOrd="0" presId="urn:microsoft.com/office/officeart/2005/8/layout/lProcess3"/>
    <dgm:cxn modelId="{DB03B2D6-6701-44B9-A1AF-844E96528E5C}" type="presOf" srcId="{40551DD4-7E24-4899-8E58-30620B2D522C}" destId="{786371AC-733F-431A-BE39-84AB7CC053F2}" srcOrd="0" destOrd="0" presId="urn:microsoft.com/office/officeart/2005/8/layout/lProcess3"/>
    <dgm:cxn modelId="{482CDEE9-4D51-4FDE-9DB4-2C02BD7066FC}" srcId="{0B9CDCAC-19C7-4FB6-926E-09A6026D2CC6}" destId="{558F2E3E-7840-401C-89EB-60FA125D267F}" srcOrd="2" destOrd="0" parTransId="{8084C0CD-AA65-44F6-AF59-0E9FAC8B14BE}" sibTransId="{AEE1A334-B9BA-4BAC-B46D-A5B60199DAE6}"/>
    <dgm:cxn modelId="{7FAA342F-A8AA-4281-AEC2-3AB65DC78E97}" type="presParOf" srcId="{63988715-1CC4-4BAA-900B-2797BB151E1E}" destId="{BF7797D8-98E1-4758-A119-CFD6A97F6A2C}" srcOrd="0" destOrd="0" presId="urn:microsoft.com/office/officeart/2005/8/layout/lProcess3"/>
    <dgm:cxn modelId="{063D6097-1A93-409A-B465-40639DFAC025}" type="presParOf" srcId="{BF7797D8-98E1-4758-A119-CFD6A97F6A2C}" destId="{3D88DDE4-B2E6-4C39-848B-E963CF8F0081}" srcOrd="0" destOrd="0" presId="urn:microsoft.com/office/officeart/2005/8/layout/lProcess3"/>
    <dgm:cxn modelId="{29C21B76-F5A2-42DB-899F-07B1D5C7CC69}" type="presParOf" srcId="{63988715-1CC4-4BAA-900B-2797BB151E1E}" destId="{5F02315F-9516-498C-BAE0-80FC23C66FCF}" srcOrd="1" destOrd="0" presId="urn:microsoft.com/office/officeart/2005/8/layout/lProcess3"/>
    <dgm:cxn modelId="{B69EE46E-97AD-4285-9F8A-6F9DD6BFB479}" type="presParOf" srcId="{63988715-1CC4-4BAA-900B-2797BB151E1E}" destId="{E7100C92-F9A0-4D11-962A-B1F59678AB0F}" srcOrd="2" destOrd="0" presId="urn:microsoft.com/office/officeart/2005/8/layout/lProcess3"/>
    <dgm:cxn modelId="{5787744E-9DD4-4ADE-BEAE-4B9C849789A4}" type="presParOf" srcId="{E7100C92-F9A0-4D11-962A-B1F59678AB0F}" destId="{786371AC-733F-431A-BE39-84AB7CC053F2}" srcOrd="0" destOrd="0" presId="urn:microsoft.com/office/officeart/2005/8/layout/lProcess3"/>
    <dgm:cxn modelId="{B4923356-E502-46F4-9814-BD3B65BB64D0}" type="presParOf" srcId="{63988715-1CC4-4BAA-900B-2797BB151E1E}" destId="{397D279C-7950-4758-A05B-0C0BDC2EC480}" srcOrd="3" destOrd="0" presId="urn:microsoft.com/office/officeart/2005/8/layout/lProcess3"/>
    <dgm:cxn modelId="{FBB5B615-2EAC-4762-AC6C-97BC8F3444D4}" type="presParOf" srcId="{63988715-1CC4-4BAA-900B-2797BB151E1E}" destId="{BA8650E4-78ED-42CD-BFE0-A894431842F3}" srcOrd="4" destOrd="0" presId="urn:microsoft.com/office/officeart/2005/8/layout/lProcess3"/>
    <dgm:cxn modelId="{B7BC869C-9BEF-4260-AB35-70E55D29A461}" type="presParOf" srcId="{BA8650E4-78ED-42CD-BFE0-A894431842F3}" destId="{673C59DD-89A6-4350-A404-C8053D520821}" srcOrd="0" destOrd="0" presId="urn:microsoft.com/office/officeart/2005/8/layout/lProcess3"/>
    <dgm:cxn modelId="{6B699347-49F4-4734-B368-8CE8E223280D}" type="presParOf" srcId="{63988715-1CC4-4BAA-900B-2797BB151E1E}" destId="{159CD046-8E8E-42C2-A464-74BA01D6F05A}" srcOrd="5" destOrd="0" presId="urn:microsoft.com/office/officeart/2005/8/layout/lProcess3"/>
    <dgm:cxn modelId="{6C7C1C17-CAEF-46F2-B3FA-89B6219EC3C8}" type="presParOf" srcId="{63988715-1CC4-4BAA-900B-2797BB151E1E}" destId="{EA2A3395-A45D-456C-955A-6A88F21D9CFF}" srcOrd="6" destOrd="0" presId="urn:microsoft.com/office/officeart/2005/8/layout/lProcess3"/>
    <dgm:cxn modelId="{1702D23C-4075-45F6-B604-8DED5D73B713}" type="presParOf" srcId="{EA2A3395-A45D-456C-955A-6A88F21D9CFF}" destId="{C644F315-8D6A-4DC6-B5C7-C2FEE9E1EB43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9CDCAC-19C7-4FB6-926E-09A6026D2CC6}" type="doc">
      <dgm:prSet loTypeId="urn:microsoft.com/office/officeart/2005/8/layout/lProcess3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57F1C9B-BDB6-4CCF-9935-8AB709638EF0}">
      <dgm:prSet/>
      <dgm:spPr/>
      <dgm:t>
        <a:bodyPr/>
        <a:lstStyle/>
        <a:p>
          <a:r>
            <a:rPr lang="fr-FR" dirty="0"/>
            <a:t>Présentation du Jeu de Nim</a:t>
          </a:r>
          <a:endParaRPr lang="en-US" dirty="0"/>
        </a:p>
      </dgm:t>
    </dgm:pt>
    <dgm:pt modelId="{FBD6A486-D0A5-4B23-B574-31BB3B1791F4}" type="parTrans" cxnId="{29C4A546-C5A1-4183-A98E-22E7EB070077}">
      <dgm:prSet/>
      <dgm:spPr/>
      <dgm:t>
        <a:bodyPr/>
        <a:lstStyle/>
        <a:p>
          <a:endParaRPr lang="en-US"/>
        </a:p>
      </dgm:t>
    </dgm:pt>
    <dgm:pt modelId="{D8697DB2-690F-4E21-BF6A-5F31C72241C0}" type="sibTrans" cxnId="{29C4A546-C5A1-4183-A98E-22E7EB070077}">
      <dgm:prSet/>
      <dgm:spPr/>
      <dgm:t>
        <a:bodyPr/>
        <a:lstStyle/>
        <a:p>
          <a:endParaRPr lang="en-US"/>
        </a:p>
      </dgm:t>
    </dgm:pt>
    <dgm:pt modelId="{40551DD4-7E24-4899-8E58-30620B2D522C}">
      <dgm:prSet/>
      <dgm:spPr/>
      <dgm:t>
        <a:bodyPr/>
        <a:lstStyle/>
        <a:p>
          <a:r>
            <a:rPr lang="fr-FR"/>
            <a:t>Problématique du TIPE</a:t>
          </a:r>
          <a:endParaRPr lang="en-US"/>
        </a:p>
      </dgm:t>
    </dgm:pt>
    <dgm:pt modelId="{81E4BFC9-A1C9-4523-BEDE-E4C46F0DC673}" type="parTrans" cxnId="{B6B5697E-4485-4D82-A801-0F0915D850D8}">
      <dgm:prSet/>
      <dgm:spPr/>
      <dgm:t>
        <a:bodyPr/>
        <a:lstStyle/>
        <a:p>
          <a:endParaRPr lang="en-US"/>
        </a:p>
      </dgm:t>
    </dgm:pt>
    <dgm:pt modelId="{8ACF71B3-9222-434C-B420-02138B7F2F4B}" type="sibTrans" cxnId="{B6B5697E-4485-4D82-A801-0F0915D850D8}">
      <dgm:prSet/>
      <dgm:spPr/>
      <dgm:t>
        <a:bodyPr/>
        <a:lstStyle/>
        <a:p>
          <a:endParaRPr lang="en-US"/>
        </a:p>
      </dgm:t>
    </dgm:pt>
    <dgm:pt modelId="{558F2E3E-7840-401C-89EB-60FA125D267F}">
      <dgm:prSet/>
      <dgm:spPr/>
      <dgm:t>
        <a:bodyPr/>
        <a:lstStyle/>
        <a:p>
          <a:r>
            <a:rPr lang="fr-FR"/>
            <a:t>Objectifs du TIPE</a:t>
          </a:r>
          <a:endParaRPr lang="en-US"/>
        </a:p>
      </dgm:t>
    </dgm:pt>
    <dgm:pt modelId="{8084C0CD-AA65-44F6-AF59-0E9FAC8B14BE}" type="parTrans" cxnId="{482CDEE9-4D51-4FDE-9DB4-2C02BD7066FC}">
      <dgm:prSet/>
      <dgm:spPr/>
      <dgm:t>
        <a:bodyPr/>
        <a:lstStyle/>
        <a:p>
          <a:endParaRPr lang="en-US"/>
        </a:p>
      </dgm:t>
    </dgm:pt>
    <dgm:pt modelId="{AEE1A334-B9BA-4BAC-B46D-A5B60199DAE6}" type="sibTrans" cxnId="{482CDEE9-4D51-4FDE-9DB4-2C02BD7066FC}">
      <dgm:prSet/>
      <dgm:spPr/>
      <dgm:t>
        <a:bodyPr/>
        <a:lstStyle/>
        <a:p>
          <a:endParaRPr lang="en-US"/>
        </a:p>
      </dgm:t>
    </dgm:pt>
    <dgm:pt modelId="{27C203C1-0CE8-4F56-94CB-C725CC39142A}">
      <dgm:prSet/>
      <dgm:spPr/>
      <dgm:t>
        <a:bodyPr/>
        <a:lstStyle/>
        <a:p>
          <a:r>
            <a:rPr lang="fr-FR"/>
            <a:t>Pan d'étude </a:t>
          </a:r>
          <a:endParaRPr lang="en-US"/>
        </a:p>
      </dgm:t>
    </dgm:pt>
    <dgm:pt modelId="{EFF76D61-4737-4AAB-B04D-D24F12A1FA0F}" type="parTrans" cxnId="{4FFF2756-3F2E-453F-B6B5-E9A51C1157B5}">
      <dgm:prSet/>
      <dgm:spPr/>
      <dgm:t>
        <a:bodyPr/>
        <a:lstStyle/>
        <a:p>
          <a:endParaRPr lang="en-US"/>
        </a:p>
      </dgm:t>
    </dgm:pt>
    <dgm:pt modelId="{9D441B64-6590-46F0-AB91-05512498A5CF}" type="sibTrans" cxnId="{4FFF2756-3F2E-453F-B6B5-E9A51C1157B5}">
      <dgm:prSet/>
      <dgm:spPr/>
      <dgm:t>
        <a:bodyPr/>
        <a:lstStyle/>
        <a:p>
          <a:endParaRPr lang="en-US"/>
        </a:p>
      </dgm:t>
    </dgm:pt>
    <dgm:pt modelId="{63988715-1CC4-4BAA-900B-2797BB151E1E}" type="pres">
      <dgm:prSet presAssocID="{0B9CDCAC-19C7-4FB6-926E-09A6026D2CC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F7797D8-98E1-4758-A119-CFD6A97F6A2C}" type="pres">
      <dgm:prSet presAssocID="{957F1C9B-BDB6-4CCF-9935-8AB709638EF0}" presName="horFlow" presStyleCnt="0"/>
      <dgm:spPr/>
    </dgm:pt>
    <dgm:pt modelId="{3D88DDE4-B2E6-4C39-848B-E963CF8F0081}" type="pres">
      <dgm:prSet presAssocID="{957F1C9B-BDB6-4CCF-9935-8AB709638EF0}" presName="bigChev" presStyleLbl="node1" presStyleIdx="0" presStyleCnt="4" custScaleX="211819"/>
      <dgm:spPr/>
    </dgm:pt>
    <dgm:pt modelId="{5F02315F-9516-498C-BAE0-80FC23C66FCF}" type="pres">
      <dgm:prSet presAssocID="{957F1C9B-BDB6-4CCF-9935-8AB709638EF0}" presName="vSp" presStyleCnt="0"/>
      <dgm:spPr/>
    </dgm:pt>
    <dgm:pt modelId="{E7100C92-F9A0-4D11-962A-B1F59678AB0F}" type="pres">
      <dgm:prSet presAssocID="{40551DD4-7E24-4899-8E58-30620B2D522C}" presName="horFlow" presStyleCnt="0"/>
      <dgm:spPr/>
    </dgm:pt>
    <dgm:pt modelId="{786371AC-733F-431A-BE39-84AB7CC053F2}" type="pres">
      <dgm:prSet presAssocID="{40551DD4-7E24-4899-8E58-30620B2D522C}" presName="bigChev" presStyleLbl="node1" presStyleIdx="1" presStyleCnt="4" custScaleX="211314"/>
      <dgm:spPr/>
    </dgm:pt>
    <dgm:pt modelId="{397D279C-7950-4758-A05B-0C0BDC2EC480}" type="pres">
      <dgm:prSet presAssocID="{40551DD4-7E24-4899-8E58-30620B2D522C}" presName="vSp" presStyleCnt="0"/>
      <dgm:spPr/>
    </dgm:pt>
    <dgm:pt modelId="{BA8650E4-78ED-42CD-BFE0-A894431842F3}" type="pres">
      <dgm:prSet presAssocID="{558F2E3E-7840-401C-89EB-60FA125D267F}" presName="horFlow" presStyleCnt="0"/>
      <dgm:spPr/>
    </dgm:pt>
    <dgm:pt modelId="{673C59DD-89A6-4350-A404-C8053D520821}" type="pres">
      <dgm:prSet presAssocID="{558F2E3E-7840-401C-89EB-60FA125D267F}" presName="bigChev" presStyleLbl="node1" presStyleIdx="2" presStyleCnt="4" custScaleX="211819"/>
      <dgm:spPr/>
    </dgm:pt>
    <dgm:pt modelId="{159CD046-8E8E-42C2-A464-74BA01D6F05A}" type="pres">
      <dgm:prSet presAssocID="{558F2E3E-7840-401C-89EB-60FA125D267F}" presName="vSp" presStyleCnt="0"/>
      <dgm:spPr/>
    </dgm:pt>
    <dgm:pt modelId="{EA2A3395-A45D-456C-955A-6A88F21D9CFF}" type="pres">
      <dgm:prSet presAssocID="{27C203C1-0CE8-4F56-94CB-C725CC39142A}" presName="horFlow" presStyleCnt="0"/>
      <dgm:spPr/>
    </dgm:pt>
    <dgm:pt modelId="{C644F315-8D6A-4DC6-B5C7-C2FEE9E1EB43}" type="pres">
      <dgm:prSet presAssocID="{27C203C1-0CE8-4F56-94CB-C725CC39142A}" presName="bigChev" presStyleLbl="node1" presStyleIdx="3" presStyleCnt="4" custScaleX="213335"/>
      <dgm:spPr/>
    </dgm:pt>
  </dgm:ptLst>
  <dgm:cxnLst>
    <dgm:cxn modelId="{29C4A546-C5A1-4183-A98E-22E7EB070077}" srcId="{0B9CDCAC-19C7-4FB6-926E-09A6026D2CC6}" destId="{957F1C9B-BDB6-4CCF-9935-8AB709638EF0}" srcOrd="0" destOrd="0" parTransId="{FBD6A486-D0A5-4B23-B574-31BB3B1791F4}" sibTransId="{D8697DB2-690F-4E21-BF6A-5F31C72241C0}"/>
    <dgm:cxn modelId="{B3E3F367-30EA-4DFB-AF48-D6E80622C1F9}" type="presOf" srcId="{27C203C1-0CE8-4F56-94CB-C725CC39142A}" destId="{C644F315-8D6A-4DC6-B5C7-C2FEE9E1EB43}" srcOrd="0" destOrd="0" presId="urn:microsoft.com/office/officeart/2005/8/layout/lProcess3"/>
    <dgm:cxn modelId="{4FFF2756-3F2E-453F-B6B5-E9A51C1157B5}" srcId="{0B9CDCAC-19C7-4FB6-926E-09A6026D2CC6}" destId="{27C203C1-0CE8-4F56-94CB-C725CC39142A}" srcOrd="3" destOrd="0" parTransId="{EFF76D61-4737-4AAB-B04D-D24F12A1FA0F}" sibTransId="{9D441B64-6590-46F0-AB91-05512498A5CF}"/>
    <dgm:cxn modelId="{B6B5697E-4485-4D82-A801-0F0915D850D8}" srcId="{0B9CDCAC-19C7-4FB6-926E-09A6026D2CC6}" destId="{40551DD4-7E24-4899-8E58-30620B2D522C}" srcOrd="1" destOrd="0" parTransId="{81E4BFC9-A1C9-4523-BEDE-E4C46F0DC673}" sibTransId="{8ACF71B3-9222-434C-B420-02138B7F2F4B}"/>
    <dgm:cxn modelId="{67BAEF9B-8BD2-4EDD-8470-EC288C6C1EC4}" type="presOf" srcId="{957F1C9B-BDB6-4CCF-9935-8AB709638EF0}" destId="{3D88DDE4-B2E6-4C39-848B-E963CF8F0081}" srcOrd="0" destOrd="0" presId="urn:microsoft.com/office/officeart/2005/8/layout/lProcess3"/>
    <dgm:cxn modelId="{AF6F46A7-FE72-42D1-ADE8-6FB36B693B38}" type="presOf" srcId="{0B9CDCAC-19C7-4FB6-926E-09A6026D2CC6}" destId="{63988715-1CC4-4BAA-900B-2797BB151E1E}" srcOrd="0" destOrd="0" presId="urn:microsoft.com/office/officeart/2005/8/layout/lProcess3"/>
    <dgm:cxn modelId="{885527C0-73DB-4A92-9BA0-72B3B811E3B9}" type="presOf" srcId="{558F2E3E-7840-401C-89EB-60FA125D267F}" destId="{673C59DD-89A6-4350-A404-C8053D520821}" srcOrd="0" destOrd="0" presId="urn:microsoft.com/office/officeart/2005/8/layout/lProcess3"/>
    <dgm:cxn modelId="{DB03B2D6-6701-44B9-A1AF-844E96528E5C}" type="presOf" srcId="{40551DD4-7E24-4899-8E58-30620B2D522C}" destId="{786371AC-733F-431A-BE39-84AB7CC053F2}" srcOrd="0" destOrd="0" presId="urn:microsoft.com/office/officeart/2005/8/layout/lProcess3"/>
    <dgm:cxn modelId="{482CDEE9-4D51-4FDE-9DB4-2C02BD7066FC}" srcId="{0B9CDCAC-19C7-4FB6-926E-09A6026D2CC6}" destId="{558F2E3E-7840-401C-89EB-60FA125D267F}" srcOrd="2" destOrd="0" parTransId="{8084C0CD-AA65-44F6-AF59-0E9FAC8B14BE}" sibTransId="{AEE1A334-B9BA-4BAC-B46D-A5B60199DAE6}"/>
    <dgm:cxn modelId="{7FAA342F-A8AA-4281-AEC2-3AB65DC78E97}" type="presParOf" srcId="{63988715-1CC4-4BAA-900B-2797BB151E1E}" destId="{BF7797D8-98E1-4758-A119-CFD6A97F6A2C}" srcOrd="0" destOrd="0" presId="urn:microsoft.com/office/officeart/2005/8/layout/lProcess3"/>
    <dgm:cxn modelId="{063D6097-1A93-409A-B465-40639DFAC025}" type="presParOf" srcId="{BF7797D8-98E1-4758-A119-CFD6A97F6A2C}" destId="{3D88DDE4-B2E6-4C39-848B-E963CF8F0081}" srcOrd="0" destOrd="0" presId="urn:microsoft.com/office/officeart/2005/8/layout/lProcess3"/>
    <dgm:cxn modelId="{29C21B76-F5A2-42DB-899F-07B1D5C7CC69}" type="presParOf" srcId="{63988715-1CC4-4BAA-900B-2797BB151E1E}" destId="{5F02315F-9516-498C-BAE0-80FC23C66FCF}" srcOrd="1" destOrd="0" presId="urn:microsoft.com/office/officeart/2005/8/layout/lProcess3"/>
    <dgm:cxn modelId="{B69EE46E-97AD-4285-9F8A-6F9DD6BFB479}" type="presParOf" srcId="{63988715-1CC4-4BAA-900B-2797BB151E1E}" destId="{E7100C92-F9A0-4D11-962A-B1F59678AB0F}" srcOrd="2" destOrd="0" presId="urn:microsoft.com/office/officeart/2005/8/layout/lProcess3"/>
    <dgm:cxn modelId="{5787744E-9DD4-4ADE-BEAE-4B9C849789A4}" type="presParOf" srcId="{E7100C92-F9A0-4D11-962A-B1F59678AB0F}" destId="{786371AC-733F-431A-BE39-84AB7CC053F2}" srcOrd="0" destOrd="0" presId="urn:microsoft.com/office/officeart/2005/8/layout/lProcess3"/>
    <dgm:cxn modelId="{B4923356-E502-46F4-9814-BD3B65BB64D0}" type="presParOf" srcId="{63988715-1CC4-4BAA-900B-2797BB151E1E}" destId="{397D279C-7950-4758-A05B-0C0BDC2EC480}" srcOrd="3" destOrd="0" presId="urn:microsoft.com/office/officeart/2005/8/layout/lProcess3"/>
    <dgm:cxn modelId="{FBB5B615-2EAC-4762-AC6C-97BC8F3444D4}" type="presParOf" srcId="{63988715-1CC4-4BAA-900B-2797BB151E1E}" destId="{BA8650E4-78ED-42CD-BFE0-A894431842F3}" srcOrd="4" destOrd="0" presId="urn:microsoft.com/office/officeart/2005/8/layout/lProcess3"/>
    <dgm:cxn modelId="{B7BC869C-9BEF-4260-AB35-70E55D29A461}" type="presParOf" srcId="{BA8650E4-78ED-42CD-BFE0-A894431842F3}" destId="{673C59DD-89A6-4350-A404-C8053D520821}" srcOrd="0" destOrd="0" presId="urn:microsoft.com/office/officeart/2005/8/layout/lProcess3"/>
    <dgm:cxn modelId="{6B699347-49F4-4734-B368-8CE8E223280D}" type="presParOf" srcId="{63988715-1CC4-4BAA-900B-2797BB151E1E}" destId="{159CD046-8E8E-42C2-A464-74BA01D6F05A}" srcOrd="5" destOrd="0" presId="urn:microsoft.com/office/officeart/2005/8/layout/lProcess3"/>
    <dgm:cxn modelId="{6C7C1C17-CAEF-46F2-B3FA-89B6219EC3C8}" type="presParOf" srcId="{63988715-1CC4-4BAA-900B-2797BB151E1E}" destId="{EA2A3395-A45D-456C-955A-6A88F21D9CFF}" srcOrd="6" destOrd="0" presId="urn:microsoft.com/office/officeart/2005/8/layout/lProcess3"/>
    <dgm:cxn modelId="{1702D23C-4075-45F6-B604-8DED5D73B713}" type="presParOf" srcId="{EA2A3395-A45D-456C-955A-6A88F21D9CFF}" destId="{C644F315-8D6A-4DC6-B5C7-C2FEE9E1EB43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9CDCAC-19C7-4FB6-926E-09A6026D2CC6}" type="doc">
      <dgm:prSet loTypeId="urn:microsoft.com/office/officeart/2005/8/layout/lProcess3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57F1C9B-BDB6-4CCF-9935-8AB709638EF0}">
      <dgm:prSet/>
      <dgm:spPr/>
      <dgm:t>
        <a:bodyPr/>
        <a:lstStyle/>
        <a:p>
          <a:r>
            <a:rPr lang="fr-FR" dirty="0"/>
            <a:t>Présentation du Jeu de Nim</a:t>
          </a:r>
          <a:endParaRPr lang="en-US" dirty="0"/>
        </a:p>
      </dgm:t>
    </dgm:pt>
    <dgm:pt modelId="{FBD6A486-D0A5-4B23-B574-31BB3B1791F4}" type="parTrans" cxnId="{29C4A546-C5A1-4183-A98E-22E7EB070077}">
      <dgm:prSet/>
      <dgm:spPr/>
      <dgm:t>
        <a:bodyPr/>
        <a:lstStyle/>
        <a:p>
          <a:endParaRPr lang="en-US"/>
        </a:p>
      </dgm:t>
    </dgm:pt>
    <dgm:pt modelId="{D8697DB2-690F-4E21-BF6A-5F31C72241C0}" type="sibTrans" cxnId="{29C4A546-C5A1-4183-A98E-22E7EB070077}">
      <dgm:prSet/>
      <dgm:spPr/>
      <dgm:t>
        <a:bodyPr/>
        <a:lstStyle/>
        <a:p>
          <a:endParaRPr lang="en-US"/>
        </a:p>
      </dgm:t>
    </dgm:pt>
    <dgm:pt modelId="{40551DD4-7E24-4899-8E58-30620B2D522C}">
      <dgm:prSet/>
      <dgm:spPr/>
      <dgm:t>
        <a:bodyPr/>
        <a:lstStyle/>
        <a:p>
          <a:r>
            <a:rPr lang="fr-FR"/>
            <a:t>Problématique du TIPE</a:t>
          </a:r>
          <a:endParaRPr lang="en-US"/>
        </a:p>
      </dgm:t>
    </dgm:pt>
    <dgm:pt modelId="{81E4BFC9-A1C9-4523-BEDE-E4C46F0DC673}" type="parTrans" cxnId="{B6B5697E-4485-4D82-A801-0F0915D850D8}">
      <dgm:prSet/>
      <dgm:spPr/>
      <dgm:t>
        <a:bodyPr/>
        <a:lstStyle/>
        <a:p>
          <a:endParaRPr lang="en-US"/>
        </a:p>
      </dgm:t>
    </dgm:pt>
    <dgm:pt modelId="{8ACF71B3-9222-434C-B420-02138B7F2F4B}" type="sibTrans" cxnId="{B6B5697E-4485-4D82-A801-0F0915D850D8}">
      <dgm:prSet/>
      <dgm:spPr/>
      <dgm:t>
        <a:bodyPr/>
        <a:lstStyle/>
        <a:p>
          <a:endParaRPr lang="en-US"/>
        </a:p>
      </dgm:t>
    </dgm:pt>
    <dgm:pt modelId="{558F2E3E-7840-401C-89EB-60FA125D267F}">
      <dgm:prSet/>
      <dgm:spPr/>
      <dgm:t>
        <a:bodyPr/>
        <a:lstStyle/>
        <a:p>
          <a:r>
            <a:rPr lang="fr-FR"/>
            <a:t>Objectifs du TIPE</a:t>
          </a:r>
          <a:endParaRPr lang="en-US"/>
        </a:p>
      </dgm:t>
    </dgm:pt>
    <dgm:pt modelId="{8084C0CD-AA65-44F6-AF59-0E9FAC8B14BE}" type="parTrans" cxnId="{482CDEE9-4D51-4FDE-9DB4-2C02BD7066FC}">
      <dgm:prSet/>
      <dgm:spPr/>
      <dgm:t>
        <a:bodyPr/>
        <a:lstStyle/>
        <a:p>
          <a:endParaRPr lang="en-US"/>
        </a:p>
      </dgm:t>
    </dgm:pt>
    <dgm:pt modelId="{AEE1A334-B9BA-4BAC-B46D-A5B60199DAE6}" type="sibTrans" cxnId="{482CDEE9-4D51-4FDE-9DB4-2C02BD7066FC}">
      <dgm:prSet/>
      <dgm:spPr/>
      <dgm:t>
        <a:bodyPr/>
        <a:lstStyle/>
        <a:p>
          <a:endParaRPr lang="en-US"/>
        </a:p>
      </dgm:t>
    </dgm:pt>
    <dgm:pt modelId="{27C203C1-0CE8-4F56-94CB-C725CC39142A}">
      <dgm:prSet/>
      <dgm:spPr/>
      <dgm:t>
        <a:bodyPr/>
        <a:lstStyle/>
        <a:p>
          <a:r>
            <a:rPr lang="fr-FR"/>
            <a:t>Pan d'étude </a:t>
          </a:r>
          <a:endParaRPr lang="en-US"/>
        </a:p>
      </dgm:t>
    </dgm:pt>
    <dgm:pt modelId="{EFF76D61-4737-4AAB-B04D-D24F12A1FA0F}" type="parTrans" cxnId="{4FFF2756-3F2E-453F-B6B5-E9A51C1157B5}">
      <dgm:prSet/>
      <dgm:spPr/>
      <dgm:t>
        <a:bodyPr/>
        <a:lstStyle/>
        <a:p>
          <a:endParaRPr lang="en-US"/>
        </a:p>
      </dgm:t>
    </dgm:pt>
    <dgm:pt modelId="{9D441B64-6590-46F0-AB91-05512498A5CF}" type="sibTrans" cxnId="{4FFF2756-3F2E-453F-B6B5-E9A51C1157B5}">
      <dgm:prSet/>
      <dgm:spPr/>
      <dgm:t>
        <a:bodyPr/>
        <a:lstStyle/>
        <a:p>
          <a:endParaRPr lang="en-US"/>
        </a:p>
      </dgm:t>
    </dgm:pt>
    <dgm:pt modelId="{63988715-1CC4-4BAA-900B-2797BB151E1E}" type="pres">
      <dgm:prSet presAssocID="{0B9CDCAC-19C7-4FB6-926E-09A6026D2CC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F7797D8-98E1-4758-A119-CFD6A97F6A2C}" type="pres">
      <dgm:prSet presAssocID="{957F1C9B-BDB6-4CCF-9935-8AB709638EF0}" presName="horFlow" presStyleCnt="0"/>
      <dgm:spPr/>
    </dgm:pt>
    <dgm:pt modelId="{3D88DDE4-B2E6-4C39-848B-E963CF8F0081}" type="pres">
      <dgm:prSet presAssocID="{957F1C9B-BDB6-4CCF-9935-8AB709638EF0}" presName="bigChev" presStyleLbl="node1" presStyleIdx="0" presStyleCnt="4" custScaleX="211819"/>
      <dgm:spPr/>
    </dgm:pt>
    <dgm:pt modelId="{5F02315F-9516-498C-BAE0-80FC23C66FCF}" type="pres">
      <dgm:prSet presAssocID="{957F1C9B-BDB6-4CCF-9935-8AB709638EF0}" presName="vSp" presStyleCnt="0"/>
      <dgm:spPr/>
    </dgm:pt>
    <dgm:pt modelId="{E7100C92-F9A0-4D11-962A-B1F59678AB0F}" type="pres">
      <dgm:prSet presAssocID="{40551DD4-7E24-4899-8E58-30620B2D522C}" presName="horFlow" presStyleCnt="0"/>
      <dgm:spPr/>
    </dgm:pt>
    <dgm:pt modelId="{786371AC-733F-431A-BE39-84AB7CC053F2}" type="pres">
      <dgm:prSet presAssocID="{40551DD4-7E24-4899-8E58-30620B2D522C}" presName="bigChev" presStyleLbl="node1" presStyleIdx="1" presStyleCnt="4" custScaleX="211314"/>
      <dgm:spPr/>
    </dgm:pt>
    <dgm:pt modelId="{397D279C-7950-4758-A05B-0C0BDC2EC480}" type="pres">
      <dgm:prSet presAssocID="{40551DD4-7E24-4899-8E58-30620B2D522C}" presName="vSp" presStyleCnt="0"/>
      <dgm:spPr/>
    </dgm:pt>
    <dgm:pt modelId="{BA8650E4-78ED-42CD-BFE0-A894431842F3}" type="pres">
      <dgm:prSet presAssocID="{558F2E3E-7840-401C-89EB-60FA125D267F}" presName="horFlow" presStyleCnt="0"/>
      <dgm:spPr/>
    </dgm:pt>
    <dgm:pt modelId="{673C59DD-89A6-4350-A404-C8053D520821}" type="pres">
      <dgm:prSet presAssocID="{558F2E3E-7840-401C-89EB-60FA125D267F}" presName="bigChev" presStyleLbl="node1" presStyleIdx="2" presStyleCnt="4" custScaleX="211819"/>
      <dgm:spPr/>
    </dgm:pt>
    <dgm:pt modelId="{159CD046-8E8E-42C2-A464-74BA01D6F05A}" type="pres">
      <dgm:prSet presAssocID="{558F2E3E-7840-401C-89EB-60FA125D267F}" presName="vSp" presStyleCnt="0"/>
      <dgm:spPr/>
    </dgm:pt>
    <dgm:pt modelId="{EA2A3395-A45D-456C-955A-6A88F21D9CFF}" type="pres">
      <dgm:prSet presAssocID="{27C203C1-0CE8-4F56-94CB-C725CC39142A}" presName="horFlow" presStyleCnt="0"/>
      <dgm:spPr/>
    </dgm:pt>
    <dgm:pt modelId="{C644F315-8D6A-4DC6-B5C7-C2FEE9E1EB43}" type="pres">
      <dgm:prSet presAssocID="{27C203C1-0CE8-4F56-94CB-C725CC39142A}" presName="bigChev" presStyleLbl="node1" presStyleIdx="3" presStyleCnt="4" custScaleX="213335"/>
      <dgm:spPr/>
    </dgm:pt>
  </dgm:ptLst>
  <dgm:cxnLst>
    <dgm:cxn modelId="{29C4A546-C5A1-4183-A98E-22E7EB070077}" srcId="{0B9CDCAC-19C7-4FB6-926E-09A6026D2CC6}" destId="{957F1C9B-BDB6-4CCF-9935-8AB709638EF0}" srcOrd="0" destOrd="0" parTransId="{FBD6A486-D0A5-4B23-B574-31BB3B1791F4}" sibTransId="{D8697DB2-690F-4E21-BF6A-5F31C72241C0}"/>
    <dgm:cxn modelId="{B3E3F367-30EA-4DFB-AF48-D6E80622C1F9}" type="presOf" srcId="{27C203C1-0CE8-4F56-94CB-C725CC39142A}" destId="{C644F315-8D6A-4DC6-B5C7-C2FEE9E1EB43}" srcOrd="0" destOrd="0" presId="urn:microsoft.com/office/officeart/2005/8/layout/lProcess3"/>
    <dgm:cxn modelId="{4FFF2756-3F2E-453F-B6B5-E9A51C1157B5}" srcId="{0B9CDCAC-19C7-4FB6-926E-09A6026D2CC6}" destId="{27C203C1-0CE8-4F56-94CB-C725CC39142A}" srcOrd="3" destOrd="0" parTransId="{EFF76D61-4737-4AAB-B04D-D24F12A1FA0F}" sibTransId="{9D441B64-6590-46F0-AB91-05512498A5CF}"/>
    <dgm:cxn modelId="{B6B5697E-4485-4D82-A801-0F0915D850D8}" srcId="{0B9CDCAC-19C7-4FB6-926E-09A6026D2CC6}" destId="{40551DD4-7E24-4899-8E58-30620B2D522C}" srcOrd="1" destOrd="0" parTransId="{81E4BFC9-A1C9-4523-BEDE-E4C46F0DC673}" sibTransId="{8ACF71B3-9222-434C-B420-02138B7F2F4B}"/>
    <dgm:cxn modelId="{67BAEF9B-8BD2-4EDD-8470-EC288C6C1EC4}" type="presOf" srcId="{957F1C9B-BDB6-4CCF-9935-8AB709638EF0}" destId="{3D88DDE4-B2E6-4C39-848B-E963CF8F0081}" srcOrd="0" destOrd="0" presId="urn:microsoft.com/office/officeart/2005/8/layout/lProcess3"/>
    <dgm:cxn modelId="{AF6F46A7-FE72-42D1-ADE8-6FB36B693B38}" type="presOf" srcId="{0B9CDCAC-19C7-4FB6-926E-09A6026D2CC6}" destId="{63988715-1CC4-4BAA-900B-2797BB151E1E}" srcOrd="0" destOrd="0" presId="urn:microsoft.com/office/officeart/2005/8/layout/lProcess3"/>
    <dgm:cxn modelId="{885527C0-73DB-4A92-9BA0-72B3B811E3B9}" type="presOf" srcId="{558F2E3E-7840-401C-89EB-60FA125D267F}" destId="{673C59DD-89A6-4350-A404-C8053D520821}" srcOrd="0" destOrd="0" presId="urn:microsoft.com/office/officeart/2005/8/layout/lProcess3"/>
    <dgm:cxn modelId="{DB03B2D6-6701-44B9-A1AF-844E96528E5C}" type="presOf" srcId="{40551DD4-7E24-4899-8E58-30620B2D522C}" destId="{786371AC-733F-431A-BE39-84AB7CC053F2}" srcOrd="0" destOrd="0" presId="urn:microsoft.com/office/officeart/2005/8/layout/lProcess3"/>
    <dgm:cxn modelId="{482CDEE9-4D51-4FDE-9DB4-2C02BD7066FC}" srcId="{0B9CDCAC-19C7-4FB6-926E-09A6026D2CC6}" destId="{558F2E3E-7840-401C-89EB-60FA125D267F}" srcOrd="2" destOrd="0" parTransId="{8084C0CD-AA65-44F6-AF59-0E9FAC8B14BE}" sibTransId="{AEE1A334-B9BA-4BAC-B46D-A5B60199DAE6}"/>
    <dgm:cxn modelId="{7FAA342F-A8AA-4281-AEC2-3AB65DC78E97}" type="presParOf" srcId="{63988715-1CC4-4BAA-900B-2797BB151E1E}" destId="{BF7797D8-98E1-4758-A119-CFD6A97F6A2C}" srcOrd="0" destOrd="0" presId="urn:microsoft.com/office/officeart/2005/8/layout/lProcess3"/>
    <dgm:cxn modelId="{063D6097-1A93-409A-B465-40639DFAC025}" type="presParOf" srcId="{BF7797D8-98E1-4758-A119-CFD6A97F6A2C}" destId="{3D88DDE4-B2E6-4C39-848B-E963CF8F0081}" srcOrd="0" destOrd="0" presId="urn:microsoft.com/office/officeart/2005/8/layout/lProcess3"/>
    <dgm:cxn modelId="{29C21B76-F5A2-42DB-899F-07B1D5C7CC69}" type="presParOf" srcId="{63988715-1CC4-4BAA-900B-2797BB151E1E}" destId="{5F02315F-9516-498C-BAE0-80FC23C66FCF}" srcOrd="1" destOrd="0" presId="urn:microsoft.com/office/officeart/2005/8/layout/lProcess3"/>
    <dgm:cxn modelId="{B69EE46E-97AD-4285-9F8A-6F9DD6BFB479}" type="presParOf" srcId="{63988715-1CC4-4BAA-900B-2797BB151E1E}" destId="{E7100C92-F9A0-4D11-962A-B1F59678AB0F}" srcOrd="2" destOrd="0" presId="urn:microsoft.com/office/officeart/2005/8/layout/lProcess3"/>
    <dgm:cxn modelId="{5787744E-9DD4-4ADE-BEAE-4B9C849789A4}" type="presParOf" srcId="{E7100C92-F9A0-4D11-962A-B1F59678AB0F}" destId="{786371AC-733F-431A-BE39-84AB7CC053F2}" srcOrd="0" destOrd="0" presId="urn:microsoft.com/office/officeart/2005/8/layout/lProcess3"/>
    <dgm:cxn modelId="{B4923356-E502-46F4-9814-BD3B65BB64D0}" type="presParOf" srcId="{63988715-1CC4-4BAA-900B-2797BB151E1E}" destId="{397D279C-7950-4758-A05B-0C0BDC2EC480}" srcOrd="3" destOrd="0" presId="urn:microsoft.com/office/officeart/2005/8/layout/lProcess3"/>
    <dgm:cxn modelId="{FBB5B615-2EAC-4762-AC6C-97BC8F3444D4}" type="presParOf" srcId="{63988715-1CC4-4BAA-900B-2797BB151E1E}" destId="{BA8650E4-78ED-42CD-BFE0-A894431842F3}" srcOrd="4" destOrd="0" presId="urn:microsoft.com/office/officeart/2005/8/layout/lProcess3"/>
    <dgm:cxn modelId="{B7BC869C-9BEF-4260-AB35-70E55D29A461}" type="presParOf" srcId="{BA8650E4-78ED-42CD-BFE0-A894431842F3}" destId="{673C59DD-89A6-4350-A404-C8053D520821}" srcOrd="0" destOrd="0" presId="urn:microsoft.com/office/officeart/2005/8/layout/lProcess3"/>
    <dgm:cxn modelId="{6B699347-49F4-4734-B368-8CE8E223280D}" type="presParOf" srcId="{63988715-1CC4-4BAA-900B-2797BB151E1E}" destId="{159CD046-8E8E-42C2-A464-74BA01D6F05A}" srcOrd="5" destOrd="0" presId="urn:microsoft.com/office/officeart/2005/8/layout/lProcess3"/>
    <dgm:cxn modelId="{6C7C1C17-CAEF-46F2-B3FA-89B6219EC3C8}" type="presParOf" srcId="{63988715-1CC4-4BAA-900B-2797BB151E1E}" destId="{EA2A3395-A45D-456C-955A-6A88F21D9CFF}" srcOrd="6" destOrd="0" presId="urn:microsoft.com/office/officeart/2005/8/layout/lProcess3"/>
    <dgm:cxn modelId="{1702D23C-4075-45F6-B604-8DED5D73B713}" type="presParOf" srcId="{EA2A3395-A45D-456C-955A-6A88F21D9CFF}" destId="{C644F315-8D6A-4DC6-B5C7-C2FEE9E1EB43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3363FB-1C70-4C8B-ABDB-03F23EBC9F10}" type="doc">
      <dgm:prSet loTypeId="urn:microsoft.com/office/officeart/2005/8/layout/list1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ED7A6C51-894A-45A2-B808-2F415ECB5EE7}">
      <dgm:prSet phldrT="[Texte]" phldr="0"/>
      <dgm:spPr/>
      <dgm:t>
        <a:bodyPr/>
        <a:lstStyle/>
        <a:p>
          <a:pPr rtl="0"/>
          <a:r>
            <a:rPr lang="fr-FR" dirty="0">
              <a:latin typeface="The Serif Hand Black"/>
            </a:rPr>
            <a:t>Principes des jeux combinatoires</a:t>
          </a:r>
          <a:endParaRPr lang="fr-FR" dirty="0"/>
        </a:p>
      </dgm:t>
    </dgm:pt>
    <dgm:pt modelId="{03312289-0425-46A0-A9E7-4D7CAA737B1E}" type="parTrans" cxnId="{8798B2A4-168B-48DA-A375-071958E2FC0D}">
      <dgm:prSet/>
      <dgm:spPr/>
      <dgm:t>
        <a:bodyPr/>
        <a:lstStyle/>
        <a:p>
          <a:endParaRPr lang="fr-FR"/>
        </a:p>
      </dgm:t>
    </dgm:pt>
    <dgm:pt modelId="{161242AF-FCE1-4126-81CF-5244BA78397B}" type="sibTrans" cxnId="{8798B2A4-168B-48DA-A375-071958E2FC0D}">
      <dgm:prSet/>
      <dgm:spPr/>
      <dgm:t>
        <a:bodyPr/>
        <a:lstStyle/>
        <a:p>
          <a:endParaRPr lang="fr-FR"/>
        </a:p>
      </dgm:t>
    </dgm:pt>
    <dgm:pt modelId="{9F036346-29E0-42FC-A4FA-9A70C1E59EA1}">
      <dgm:prSet phldrT="[Texte]" phldr="0"/>
      <dgm:spPr/>
      <dgm:t>
        <a:bodyPr/>
        <a:lstStyle/>
        <a:p>
          <a:pPr rtl="0"/>
          <a:r>
            <a:rPr lang="fr-FR" dirty="0">
              <a:latin typeface="The Serif Hand Black"/>
            </a:rPr>
            <a:t>Etude du Jeu de </a:t>
          </a:r>
          <a:r>
            <a:rPr lang="fr-FR" dirty="0" err="1">
              <a:latin typeface="The Serif Hand Black"/>
            </a:rPr>
            <a:t>Nim</a:t>
          </a:r>
          <a:endParaRPr lang="fr-FR" dirty="0" err="1"/>
        </a:p>
      </dgm:t>
    </dgm:pt>
    <dgm:pt modelId="{051AB195-0F58-4D15-98A2-48A357955A70}" type="parTrans" cxnId="{E544EFDD-5E69-4CAB-A0DB-A279CC99C16F}">
      <dgm:prSet/>
      <dgm:spPr/>
      <dgm:t>
        <a:bodyPr/>
        <a:lstStyle/>
        <a:p>
          <a:endParaRPr lang="fr-FR"/>
        </a:p>
      </dgm:t>
    </dgm:pt>
    <dgm:pt modelId="{E354498A-8E25-453B-8405-23480F9137B0}" type="sibTrans" cxnId="{E544EFDD-5E69-4CAB-A0DB-A279CC99C16F}">
      <dgm:prSet/>
      <dgm:spPr/>
      <dgm:t>
        <a:bodyPr/>
        <a:lstStyle/>
        <a:p>
          <a:endParaRPr lang="fr-FR"/>
        </a:p>
      </dgm:t>
    </dgm:pt>
    <dgm:pt modelId="{D5454E13-55F9-4255-AF71-0BEF49EE54E8}">
      <dgm:prSet phldrT="[Texte]" phldr="0"/>
      <dgm:spPr/>
      <dgm:t>
        <a:bodyPr/>
        <a:lstStyle/>
        <a:p>
          <a:pPr rtl="0"/>
          <a:r>
            <a:rPr lang="fr-FR" dirty="0">
              <a:latin typeface="The Serif Hand Black"/>
            </a:rPr>
            <a:t>Généralisation au jeu de </a:t>
          </a:r>
          <a:r>
            <a:rPr lang="fr-FR" dirty="0" err="1">
              <a:latin typeface="The Serif Hand Black"/>
            </a:rPr>
            <a:t>Marienbad</a:t>
          </a:r>
          <a:endParaRPr lang="fr-FR" dirty="0" err="1"/>
        </a:p>
      </dgm:t>
    </dgm:pt>
    <dgm:pt modelId="{AB2C08AB-CE56-440D-A319-48B953D63468}" type="parTrans" cxnId="{513AF024-B6C6-424C-BA07-A4749AAB7709}">
      <dgm:prSet/>
      <dgm:spPr/>
      <dgm:t>
        <a:bodyPr/>
        <a:lstStyle/>
        <a:p>
          <a:endParaRPr lang="fr-FR"/>
        </a:p>
      </dgm:t>
    </dgm:pt>
    <dgm:pt modelId="{DDF4C567-3D30-4CB5-A905-4ADBFFA62BF1}" type="sibTrans" cxnId="{513AF024-B6C6-424C-BA07-A4749AAB7709}">
      <dgm:prSet/>
      <dgm:spPr/>
      <dgm:t>
        <a:bodyPr/>
        <a:lstStyle/>
        <a:p>
          <a:endParaRPr lang="fr-FR"/>
        </a:p>
      </dgm:t>
    </dgm:pt>
    <dgm:pt modelId="{1F490D37-D792-44FB-99BC-2ACEC2C887A6}" type="pres">
      <dgm:prSet presAssocID="{9F3363FB-1C70-4C8B-ABDB-03F23EBC9F10}" presName="linear" presStyleCnt="0">
        <dgm:presLayoutVars>
          <dgm:dir/>
          <dgm:animLvl val="lvl"/>
          <dgm:resizeHandles val="exact"/>
        </dgm:presLayoutVars>
      </dgm:prSet>
      <dgm:spPr/>
    </dgm:pt>
    <dgm:pt modelId="{158E9282-17A5-437C-9E41-B3E81D757FB2}" type="pres">
      <dgm:prSet presAssocID="{ED7A6C51-894A-45A2-B808-2F415ECB5EE7}" presName="parentLin" presStyleCnt="0"/>
      <dgm:spPr/>
    </dgm:pt>
    <dgm:pt modelId="{C2B17EB2-2C8C-41E6-92B9-3709E458735C}" type="pres">
      <dgm:prSet presAssocID="{ED7A6C51-894A-45A2-B808-2F415ECB5EE7}" presName="parentLeftMargin" presStyleLbl="node1" presStyleIdx="0" presStyleCnt="3"/>
      <dgm:spPr/>
    </dgm:pt>
    <dgm:pt modelId="{EAE6503F-8012-474B-AEC9-DF606E865740}" type="pres">
      <dgm:prSet presAssocID="{ED7A6C51-894A-45A2-B808-2F415ECB5EE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2E1C291-A083-4CF0-B3EE-A4FCC750F0DA}" type="pres">
      <dgm:prSet presAssocID="{ED7A6C51-894A-45A2-B808-2F415ECB5EE7}" presName="negativeSpace" presStyleCnt="0"/>
      <dgm:spPr/>
    </dgm:pt>
    <dgm:pt modelId="{87279019-66BC-464A-8ABC-DE326813A0DF}" type="pres">
      <dgm:prSet presAssocID="{ED7A6C51-894A-45A2-B808-2F415ECB5EE7}" presName="childText" presStyleLbl="conFgAcc1" presStyleIdx="0" presStyleCnt="3">
        <dgm:presLayoutVars>
          <dgm:bulletEnabled val="1"/>
        </dgm:presLayoutVars>
      </dgm:prSet>
      <dgm:spPr/>
    </dgm:pt>
    <dgm:pt modelId="{E518B9AE-0A22-4168-8CBF-095B65C55367}" type="pres">
      <dgm:prSet presAssocID="{161242AF-FCE1-4126-81CF-5244BA78397B}" presName="spaceBetweenRectangles" presStyleCnt="0"/>
      <dgm:spPr/>
    </dgm:pt>
    <dgm:pt modelId="{5FC8BBBE-8DCE-4847-BAD4-0B09A265C881}" type="pres">
      <dgm:prSet presAssocID="{9F036346-29E0-42FC-A4FA-9A70C1E59EA1}" presName="parentLin" presStyleCnt="0"/>
      <dgm:spPr/>
    </dgm:pt>
    <dgm:pt modelId="{53F56EC7-AEAF-406C-810C-02F915C2785C}" type="pres">
      <dgm:prSet presAssocID="{9F036346-29E0-42FC-A4FA-9A70C1E59EA1}" presName="parentLeftMargin" presStyleLbl="node1" presStyleIdx="0" presStyleCnt="3"/>
      <dgm:spPr/>
    </dgm:pt>
    <dgm:pt modelId="{B9A1D6A9-334D-4CC3-AD2C-50F2BD38B8A8}" type="pres">
      <dgm:prSet presAssocID="{9F036346-29E0-42FC-A4FA-9A70C1E59EA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91DB8AE-953D-411E-BCD3-AD3C4C44EF6F}" type="pres">
      <dgm:prSet presAssocID="{9F036346-29E0-42FC-A4FA-9A70C1E59EA1}" presName="negativeSpace" presStyleCnt="0"/>
      <dgm:spPr/>
    </dgm:pt>
    <dgm:pt modelId="{3B65CD0F-15D5-4F36-8D2A-341488DD935F}" type="pres">
      <dgm:prSet presAssocID="{9F036346-29E0-42FC-A4FA-9A70C1E59EA1}" presName="childText" presStyleLbl="conFgAcc1" presStyleIdx="1" presStyleCnt="3">
        <dgm:presLayoutVars>
          <dgm:bulletEnabled val="1"/>
        </dgm:presLayoutVars>
      </dgm:prSet>
      <dgm:spPr/>
    </dgm:pt>
    <dgm:pt modelId="{CD6035F3-4C3A-484E-BCB1-C10F67F452AA}" type="pres">
      <dgm:prSet presAssocID="{E354498A-8E25-453B-8405-23480F9137B0}" presName="spaceBetweenRectangles" presStyleCnt="0"/>
      <dgm:spPr/>
    </dgm:pt>
    <dgm:pt modelId="{EE2AB547-16D0-49EE-9585-D15F0B949AFB}" type="pres">
      <dgm:prSet presAssocID="{D5454E13-55F9-4255-AF71-0BEF49EE54E8}" presName="parentLin" presStyleCnt="0"/>
      <dgm:spPr/>
    </dgm:pt>
    <dgm:pt modelId="{373AF5CB-54A0-41E3-9C8C-01374DC4C4D7}" type="pres">
      <dgm:prSet presAssocID="{D5454E13-55F9-4255-AF71-0BEF49EE54E8}" presName="parentLeftMargin" presStyleLbl="node1" presStyleIdx="1" presStyleCnt="3"/>
      <dgm:spPr/>
    </dgm:pt>
    <dgm:pt modelId="{8182C261-6EA8-4835-8F65-3998791E5B74}" type="pres">
      <dgm:prSet presAssocID="{D5454E13-55F9-4255-AF71-0BEF49EE54E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0396C2B-8D5D-4EA5-8367-3290113C63F9}" type="pres">
      <dgm:prSet presAssocID="{D5454E13-55F9-4255-AF71-0BEF49EE54E8}" presName="negativeSpace" presStyleCnt="0"/>
      <dgm:spPr/>
    </dgm:pt>
    <dgm:pt modelId="{4DBC6FD2-2356-4125-9930-21C88640F147}" type="pres">
      <dgm:prSet presAssocID="{D5454E13-55F9-4255-AF71-0BEF49EE54E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4380807-DF35-4316-B56A-598F84CF741D}" type="presOf" srcId="{9F3363FB-1C70-4C8B-ABDB-03F23EBC9F10}" destId="{1F490D37-D792-44FB-99BC-2ACEC2C887A6}" srcOrd="0" destOrd="0" presId="urn:microsoft.com/office/officeart/2005/8/layout/list1"/>
    <dgm:cxn modelId="{513AF024-B6C6-424C-BA07-A4749AAB7709}" srcId="{9F3363FB-1C70-4C8B-ABDB-03F23EBC9F10}" destId="{D5454E13-55F9-4255-AF71-0BEF49EE54E8}" srcOrd="2" destOrd="0" parTransId="{AB2C08AB-CE56-440D-A319-48B953D63468}" sibTransId="{DDF4C567-3D30-4CB5-A905-4ADBFFA62BF1}"/>
    <dgm:cxn modelId="{C82DCB27-3654-4AE1-B0C1-F0FF80593D64}" type="presOf" srcId="{D5454E13-55F9-4255-AF71-0BEF49EE54E8}" destId="{8182C261-6EA8-4835-8F65-3998791E5B74}" srcOrd="1" destOrd="0" presId="urn:microsoft.com/office/officeart/2005/8/layout/list1"/>
    <dgm:cxn modelId="{E500DA8E-1301-43AF-8CDE-C05CD4770A51}" type="presOf" srcId="{9F036346-29E0-42FC-A4FA-9A70C1E59EA1}" destId="{53F56EC7-AEAF-406C-810C-02F915C2785C}" srcOrd="0" destOrd="0" presId="urn:microsoft.com/office/officeart/2005/8/layout/list1"/>
    <dgm:cxn modelId="{9A33DC9B-BA11-4E32-8FC3-B1E578A94A7C}" type="presOf" srcId="{ED7A6C51-894A-45A2-B808-2F415ECB5EE7}" destId="{C2B17EB2-2C8C-41E6-92B9-3709E458735C}" srcOrd="0" destOrd="0" presId="urn:microsoft.com/office/officeart/2005/8/layout/list1"/>
    <dgm:cxn modelId="{8798B2A4-168B-48DA-A375-071958E2FC0D}" srcId="{9F3363FB-1C70-4C8B-ABDB-03F23EBC9F10}" destId="{ED7A6C51-894A-45A2-B808-2F415ECB5EE7}" srcOrd="0" destOrd="0" parTransId="{03312289-0425-46A0-A9E7-4D7CAA737B1E}" sibTransId="{161242AF-FCE1-4126-81CF-5244BA78397B}"/>
    <dgm:cxn modelId="{001737B1-0F88-4846-9252-1A6EB3DAC95E}" type="presOf" srcId="{9F036346-29E0-42FC-A4FA-9A70C1E59EA1}" destId="{B9A1D6A9-334D-4CC3-AD2C-50F2BD38B8A8}" srcOrd="1" destOrd="0" presId="urn:microsoft.com/office/officeart/2005/8/layout/list1"/>
    <dgm:cxn modelId="{80B6BBC1-DF22-4346-8093-3084AB96E3BD}" type="presOf" srcId="{D5454E13-55F9-4255-AF71-0BEF49EE54E8}" destId="{373AF5CB-54A0-41E3-9C8C-01374DC4C4D7}" srcOrd="0" destOrd="0" presId="urn:microsoft.com/office/officeart/2005/8/layout/list1"/>
    <dgm:cxn modelId="{E544EFDD-5E69-4CAB-A0DB-A279CC99C16F}" srcId="{9F3363FB-1C70-4C8B-ABDB-03F23EBC9F10}" destId="{9F036346-29E0-42FC-A4FA-9A70C1E59EA1}" srcOrd="1" destOrd="0" parTransId="{051AB195-0F58-4D15-98A2-48A357955A70}" sibTransId="{E354498A-8E25-453B-8405-23480F9137B0}"/>
    <dgm:cxn modelId="{2A84FAFA-6678-4717-A595-7086EF2ECBE4}" type="presOf" srcId="{ED7A6C51-894A-45A2-B808-2F415ECB5EE7}" destId="{EAE6503F-8012-474B-AEC9-DF606E865740}" srcOrd="1" destOrd="0" presId="urn:microsoft.com/office/officeart/2005/8/layout/list1"/>
    <dgm:cxn modelId="{68947B09-FD7C-4F91-9EBB-BE591EAF50EE}" type="presParOf" srcId="{1F490D37-D792-44FB-99BC-2ACEC2C887A6}" destId="{158E9282-17A5-437C-9E41-B3E81D757FB2}" srcOrd="0" destOrd="0" presId="urn:microsoft.com/office/officeart/2005/8/layout/list1"/>
    <dgm:cxn modelId="{BA62C4B7-02A5-4FC4-BAD9-6BF2661AFED6}" type="presParOf" srcId="{158E9282-17A5-437C-9E41-B3E81D757FB2}" destId="{C2B17EB2-2C8C-41E6-92B9-3709E458735C}" srcOrd="0" destOrd="0" presId="urn:microsoft.com/office/officeart/2005/8/layout/list1"/>
    <dgm:cxn modelId="{EE8B29E0-95AD-497F-BF90-D5FB6B95253D}" type="presParOf" srcId="{158E9282-17A5-437C-9E41-B3E81D757FB2}" destId="{EAE6503F-8012-474B-AEC9-DF606E865740}" srcOrd="1" destOrd="0" presId="urn:microsoft.com/office/officeart/2005/8/layout/list1"/>
    <dgm:cxn modelId="{A0B8EBB5-074A-47FE-8F36-E3A30D2122B3}" type="presParOf" srcId="{1F490D37-D792-44FB-99BC-2ACEC2C887A6}" destId="{E2E1C291-A083-4CF0-B3EE-A4FCC750F0DA}" srcOrd="1" destOrd="0" presId="urn:microsoft.com/office/officeart/2005/8/layout/list1"/>
    <dgm:cxn modelId="{D56B2BCB-06B1-45B4-8551-D12682FE5474}" type="presParOf" srcId="{1F490D37-D792-44FB-99BC-2ACEC2C887A6}" destId="{87279019-66BC-464A-8ABC-DE326813A0DF}" srcOrd="2" destOrd="0" presId="urn:microsoft.com/office/officeart/2005/8/layout/list1"/>
    <dgm:cxn modelId="{EF66FC3A-AF3B-4869-96EB-F3B336BD5D9F}" type="presParOf" srcId="{1F490D37-D792-44FB-99BC-2ACEC2C887A6}" destId="{E518B9AE-0A22-4168-8CBF-095B65C55367}" srcOrd="3" destOrd="0" presId="urn:microsoft.com/office/officeart/2005/8/layout/list1"/>
    <dgm:cxn modelId="{4C57A49B-D1C4-486C-B022-FB9B2121A0E9}" type="presParOf" srcId="{1F490D37-D792-44FB-99BC-2ACEC2C887A6}" destId="{5FC8BBBE-8DCE-4847-BAD4-0B09A265C881}" srcOrd="4" destOrd="0" presId="urn:microsoft.com/office/officeart/2005/8/layout/list1"/>
    <dgm:cxn modelId="{0E890C0E-82C4-4AF5-8A41-4EE81848B249}" type="presParOf" srcId="{5FC8BBBE-8DCE-4847-BAD4-0B09A265C881}" destId="{53F56EC7-AEAF-406C-810C-02F915C2785C}" srcOrd="0" destOrd="0" presId="urn:microsoft.com/office/officeart/2005/8/layout/list1"/>
    <dgm:cxn modelId="{60C6763A-E2C7-4B69-A74E-E9F54168C487}" type="presParOf" srcId="{5FC8BBBE-8DCE-4847-BAD4-0B09A265C881}" destId="{B9A1D6A9-334D-4CC3-AD2C-50F2BD38B8A8}" srcOrd="1" destOrd="0" presId="urn:microsoft.com/office/officeart/2005/8/layout/list1"/>
    <dgm:cxn modelId="{27701D67-0DE8-43F1-9C15-864B1B253A58}" type="presParOf" srcId="{1F490D37-D792-44FB-99BC-2ACEC2C887A6}" destId="{191DB8AE-953D-411E-BCD3-AD3C4C44EF6F}" srcOrd="5" destOrd="0" presId="urn:microsoft.com/office/officeart/2005/8/layout/list1"/>
    <dgm:cxn modelId="{EC304D9A-983E-4220-8BC1-F27B57DB72FE}" type="presParOf" srcId="{1F490D37-D792-44FB-99BC-2ACEC2C887A6}" destId="{3B65CD0F-15D5-4F36-8D2A-341488DD935F}" srcOrd="6" destOrd="0" presId="urn:microsoft.com/office/officeart/2005/8/layout/list1"/>
    <dgm:cxn modelId="{B28194E3-5C9F-4056-A8CC-6E757922F7F2}" type="presParOf" srcId="{1F490D37-D792-44FB-99BC-2ACEC2C887A6}" destId="{CD6035F3-4C3A-484E-BCB1-C10F67F452AA}" srcOrd="7" destOrd="0" presId="urn:microsoft.com/office/officeart/2005/8/layout/list1"/>
    <dgm:cxn modelId="{12CB57CF-8D90-4930-A27F-743517B7893A}" type="presParOf" srcId="{1F490D37-D792-44FB-99BC-2ACEC2C887A6}" destId="{EE2AB547-16D0-49EE-9585-D15F0B949AFB}" srcOrd="8" destOrd="0" presId="urn:microsoft.com/office/officeart/2005/8/layout/list1"/>
    <dgm:cxn modelId="{58640B32-B586-4C5E-A533-F046D4E82AF6}" type="presParOf" srcId="{EE2AB547-16D0-49EE-9585-D15F0B949AFB}" destId="{373AF5CB-54A0-41E3-9C8C-01374DC4C4D7}" srcOrd="0" destOrd="0" presId="urn:microsoft.com/office/officeart/2005/8/layout/list1"/>
    <dgm:cxn modelId="{A77B1668-F8CE-4437-8E3F-C447F2A03278}" type="presParOf" srcId="{EE2AB547-16D0-49EE-9585-D15F0B949AFB}" destId="{8182C261-6EA8-4835-8F65-3998791E5B74}" srcOrd="1" destOrd="0" presId="urn:microsoft.com/office/officeart/2005/8/layout/list1"/>
    <dgm:cxn modelId="{36601549-EFE4-48A6-998E-BB40EB57CD65}" type="presParOf" srcId="{1F490D37-D792-44FB-99BC-2ACEC2C887A6}" destId="{30396C2B-8D5D-4EA5-8367-3290113C63F9}" srcOrd="9" destOrd="0" presId="urn:microsoft.com/office/officeart/2005/8/layout/list1"/>
    <dgm:cxn modelId="{C5ACD532-9BA3-4701-B62A-49F5E929A953}" type="presParOf" srcId="{1F490D37-D792-44FB-99BC-2ACEC2C887A6}" destId="{4DBC6FD2-2356-4125-9930-21C88640F14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F3504-8EBB-463B-BC65-B1422236B535}">
      <dsp:nvSpPr>
        <dsp:cNvPr id="0" name=""/>
        <dsp:cNvSpPr/>
      </dsp:nvSpPr>
      <dsp:spPr>
        <a:xfrm>
          <a:off x="0" y="0"/>
          <a:ext cx="8732695" cy="7653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Présentation du Jeu de Nim</a:t>
          </a:r>
          <a:endParaRPr lang="en-US" sz="3300" kern="1200"/>
        </a:p>
      </dsp:txBody>
      <dsp:txXfrm>
        <a:off x="22417" y="22417"/>
        <a:ext cx="7842130" cy="720532"/>
      </dsp:txXfrm>
    </dsp:sp>
    <dsp:sp modelId="{B68C3583-ADE6-4315-81CC-DE00E94E71F0}">
      <dsp:nvSpPr>
        <dsp:cNvPr id="0" name=""/>
        <dsp:cNvSpPr/>
      </dsp:nvSpPr>
      <dsp:spPr>
        <a:xfrm>
          <a:off x="731363" y="904524"/>
          <a:ext cx="8732695" cy="765366"/>
        </a:xfrm>
        <a:prstGeom prst="roundRect">
          <a:avLst>
            <a:gd name="adj" fmla="val 10000"/>
          </a:avLst>
        </a:prstGeom>
        <a:solidFill>
          <a:schemeClr val="accent2">
            <a:hueOff val="494650"/>
            <a:satOff val="-3641"/>
            <a:lumOff val="-12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Problématique du TIPE</a:t>
          </a:r>
          <a:endParaRPr lang="en-US" sz="3300" kern="1200"/>
        </a:p>
      </dsp:txBody>
      <dsp:txXfrm>
        <a:off x="753780" y="926941"/>
        <a:ext cx="7459009" cy="720532"/>
      </dsp:txXfrm>
    </dsp:sp>
    <dsp:sp modelId="{2D978355-CBEB-4729-AB1D-5BA5ECD92A10}">
      <dsp:nvSpPr>
        <dsp:cNvPr id="0" name=""/>
        <dsp:cNvSpPr/>
      </dsp:nvSpPr>
      <dsp:spPr>
        <a:xfrm>
          <a:off x="1451810" y="1809048"/>
          <a:ext cx="8732695" cy="765366"/>
        </a:xfrm>
        <a:prstGeom prst="roundRect">
          <a:avLst>
            <a:gd name="adj" fmla="val 10000"/>
          </a:avLst>
        </a:prstGeom>
        <a:solidFill>
          <a:schemeClr val="accent2">
            <a:hueOff val="989299"/>
            <a:satOff val="-7281"/>
            <a:lumOff val="-24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Objectifs du TIPE</a:t>
          </a:r>
          <a:endParaRPr lang="en-US" sz="3300" kern="1200"/>
        </a:p>
      </dsp:txBody>
      <dsp:txXfrm>
        <a:off x="1474227" y="1831465"/>
        <a:ext cx="7469925" cy="720532"/>
      </dsp:txXfrm>
    </dsp:sp>
    <dsp:sp modelId="{8F807155-E066-42C0-814C-9FBB882D0287}">
      <dsp:nvSpPr>
        <dsp:cNvPr id="0" name=""/>
        <dsp:cNvSpPr/>
      </dsp:nvSpPr>
      <dsp:spPr>
        <a:xfrm>
          <a:off x="2183173" y="2713573"/>
          <a:ext cx="8732695" cy="765366"/>
        </a:xfrm>
        <a:prstGeom prst="roundRect">
          <a:avLst>
            <a:gd name="adj" fmla="val 10000"/>
          </a:avLst>
        </a:prstGeom>
        <a:solidFill>
          <a:schemeClr val="accent2">
            <a:hueOff val="1483949"/>
            <a:satOff val="-10922"/>
            <a:lumOff val="-3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Pan d'étude </a:t>
          </a:r>
          <a:endParaRPr lang="en-US" sz="3300" kern="1200"/>
        </a:p>
      </dsp:txBody>
      <dsp:txXfrm>
        <a:off x="2205590" y="2735990"/>
        <a:ext cx="7459009" cy="720532"/>
      </dsp:txXfrm>
    </dsp:sp>
    <dsp:sp modelId="{5A73F162-27E6-4D3D-AEF0-F5BB5C69307B}">
      <dsp:nvSpPr>
        <dsp:cNvPr id="0" name=""/>
        <dsp:cNvSpPr/>
      </dsp:nvSpPr>
      <dsp:spPr>
        <a:xfrm>
          <a:off x="8235206" y="586201"/>
          <a:ext cx="497488" cy="497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47141" y="586201"/>
        <a:ext cx="273618" cy="374360"/>
      </dsp:txXfrm>
    </dsp:sp>
    <dsp:sp modelId="{94D2D464-295B-4825-B03C-FE6BBE12391B}">
      <dsp:nvSpPr>
        <dsp:cNvPr id="0" name=""/>
        <dsp:cNvSpPr/>
      </dsp:nvSpPr>
      <dsp:spPr>
        <a:xfrm>
          <a:off x="8966570" y="1490725"/>
          <a:ext cx="497488" cy="497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55242"/>
            <a:satOff val="-9552"/>
            <a:lumOff val="-87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55242"/>
              <a:satOff val="-9552"/>
              <a:lumOff val="-8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78505" y="1490725"/>
        <a:ext cx="273618" cy="374360"/>
      </dsp:txXfrm>
    </dsp:sp>
    <dsp:sp modelId="{67C82027-4E3F-40CB-AE41-7868B8F4E76E}">
      <dsp:nvSpPr>
        <dsp:cNvPr id="0" name=""/>
        <dsp:cNvSpPr/>
      </dsp:nvSpPr>
      <dsp:spPr>
        <a:xfrm>
          <a:off x="9687017" y="2395250"/>
          <a:ext cx="497488" cy="497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10484"/>
            <a:satOff val="-19104"/>
            <a:lumOff val="-174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10484"/>
              <a:satOff val="-19104"/>
              <a:lumOff val="-17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98952" y="2395250"/>
        <a:ext cx="273618" cy="3743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8DDE4-B2E6-4C39-848B-E963CF8F0081}">
      <dsp:nvSpPr>
        <dsp:cNvPr id="0" name=""/>
        <dsp:cNvSpPr/>
      </dsp:nvSpPr>
      <dsp:spPr>
        <a:xfrm>
          <a:off x="2577098" y="5143"/>
          <a:ext cx="7512054" cy="14185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Présentation du Jeu de Nim</a:t>
          </a:r>
          <a:endParaRPr lang="en-US" sz="6500" kern="1200" dirty="0"/>
        </a:p>
      </dsp:txBody>
      <dsp:txXfrm>
        <a:off x="3286388" y="5143"/>
        <a:ext cx="6093475" cy="1418579"/>
      </dsp:txXfrm>
    </dsp:sp>
    <dsp:sp modelId="{786371AC-733F-431A-BE39-84AB7CC053F2}">
      <dsp:nvSpPr>
        <dsp:cNvPr id="0" name=""/>
        <dsp:cNvSpPr/>
      </dsp:nvSpPr>
      <dsp:spPr>
        <a:xfrm>
          <a:off x="2577098" y="1622324"/>
          <a:ext cx="7494144" cy="14185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Problématique du TIPE</a:t>
          </a:r>
          <a:endParaRPr lang="en-US" sz="6500" kern="1200"/>
        </a:p>
      </dsp:txBody>
      <dsp:txXfrm>
        <a:off x="3286388" y="1622324"/>
        <a:ext cx="6075565" cy="1418579"/>
      </dsp:txXfrm>
    </dsp:sp>
    <dsp:sp modelId="{673C59DD-89A6-4350-A404-C8053D520821}">
      <dsp:nvSpPr>
        <dsp:cNvPr id="0" name=""/>
        <dsp:cNvSpPr/>
      </dsp:nvSpPr>
      <dsp:spPr>
        <a:xfrm>
          <a:off x="2577098" y="3239506"/>
          <a:ext cx="7512054" cy="14185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Objectifs du TIPE</a:t>
          </a:r>
          <a:endParaRPr lang="en-US" sz="6500" kern="1200"/>
        </a:p>
      </dsp:txBody>
      <dsp:txXfrm>
        <a:off x="3286388" y="3239506"/>
        <a:ext cx="6093475" cy="1418579"/>
      </dsp:txXfrm>
    </dsp:sp>
    <dsp:sp modelId="{C644F315-8D6A-4DC6-B5C7-C2FEE9E1EB43}">
      <dsp:nvSpPr>
        <dsp:cNvPr id="0" name=""/>
        <dsp:cNvSpPr/>
      </dsp:nvSpPr>
      <dsp:spPr>
        <a:xfrm>
          <a:off x="2577098" y="4856687"/>
          <a:ext cx="7565818" cy="1418579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Pan d'étude </a:t>
          </a:r>
          <a:endParaRPr lang="en-US" sz="6500" kern="1200"/>
        </a:p>
      </dsp:txBody>
      <dsp:txXfrm>
        <a:off x="3286388" y="4856687"/>
        <a:ext cx="6147239" cy="14185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8DDE4-B2E6-4C39-848B-E963CF8F0081}">
      <dsp:nvSpPr>
        <dsp:cNvPr id="0" name=""/>
        <dsp:cNvSpPr/>
      </dsp:nvSpPr>
      <dsp:spPr>
        <a:xfrm>
          <a:off x="2577098" y="5143"/>
          <a:ext cx="7512054" cy="141857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Présentation du Jeu de Nim</a:t>
          </a:r>
          <a:endParaRPr lang="en-US" sz="6500" kern="1200" dirty="0"/>
        </a:p>
      </dsp:txBody>
      <dsp:txXfrm>
        <a:off x="3286388" y="5143"/>
        <a:ext cx="6093475" cy="1418579"/>
      </dsp:txXfrm>
    </dsp:sp>
    <dsp:sp modelId="{786371AC-733F-431A-BE39-84AB7CC053F2}">
      <dsp:nvSpPr>
        <dsp:cNvPr id="0" name=""/>
        <dsp:cNvSpPr/>
      </dsp:nvSpPr>
      <dsp:spPr>
        <a:xfrm>
          <a:off x="2577098" y="1622324"/>
          <a:ext cx="7494144" cy="1418579"/>
        </a:xfrm>
        <a:prstGeom prst="chevron">
          <a:avLst/>
        </a:prstGeom>
        <a:gradFill rotWithShape="0">
          <a:gsLst>
            <a:gs pos="0">
              <a:schemeClr val="accent2">
                <a:hueOff val="494650"/>
                <a:satOff val="-3641"/>
                <a:lumOff val="-124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494650"/>
                <a:satOff val="-3641"/>
                <a:lumOff val="-124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494650"/>
                <a:satOff val="-3641"/>
                <a:lumOff val="-124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Problématique du TIPE</a:t>
          </a:r>
          <a:endParaRPr lang="en-US" sz="6500" kern="1200"/>
        </a:p>
      </dsp:txBody>
      <dsp:txXfrm>
        <a:off x="3286388" y="1622324"/>
        <a:ext cx="6075565" cy="1418579"/>
      </dsp:txXfrm>
    </dsp:sp>
    <dsp:sp modelId="{673C59DD-89A6-4350-A404-C8053D520821}">
      <dsp:nvSpPr>
        <dsp:cNvPr id="0" name=""/>
        <dsp:cNvSpPr/>
      </dsp:nvSpPr>
      <dsp:spPr>
        <a:xfrm>
          <a:off x="2577098" y="3239506"/>
          <a:ext cx="7512054" cy="1418579"/>
        </a:xfrm>
        <a:prstGeom prst="chevron">
          <a:avLst/>
        </a:prstGeom>
        <a:gradFill rotWithShape="0">
          <a:gsLst>
            <a:gs pos="0">
              <a:schemeClr val="accent2">
                <a:hueOff val="989299"/>
                <a:satOff val="-7281"/>
                <a:lumOff val="-248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989299"/>
                <a:satOff val="-7281"/>
                <a:lumOff val="-248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989299"/>
                <a:satOff val="-7281"/>
                <a:lumOff val="-248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Objectifs du TIPE</a:t>
          </a:r>
          <a:endParaRPr lang="en-US" sz="6500" kern="1200"/>
        </a:p>
      </dsp:txBody>
      <dsp:txXfrm>
        <a:off x="3286388" y="3239506"/>
        <a:ext cx="6093475" cy="1418579"/>
      </dsp:txXfrm>
    </dsp:sp>
    <dsp:sp modelId="{C644F315-8D6A-4DC6-B5C7-C2FEE9E1EB43}">
      <dsp:nvSpPr>
        <dsp:cNvPr id="0" name=""/>
        <dsp:cNvSpPr/>
      </dsp:nvSpPr>
      <dsp:spPr>
        <a:xfrm>
          <a:off x="2577098" y="4856687"/>
          <a:ext cx="7565818" cy="1418579"/>
        </a:xfrm>
        <a:prstGeom prst="chevron">
          <a:avLst/>
        </a:prstGeom>
        <a:gradFill rotWithShape="0">
          <a:gsLst>
            <a:gs pos="0">
              <a:schemeClr val="accent2">
                <a:hueOff val="1483949"/>
                <a:satOff val="-10922"/>
                <a:lumOff val="-372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1483949"/>
                <a:satOff val="-10922"/>
                <a:lumOff val="-372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1483949"/>
                <a:satOff val="-10922"/>
                <a:lumOff val="-372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Pan d'étude </a:t>
          </a:r>
          <a:endParaRPr lang="en-US" sz="6500" kern="1200"/>
        </a:p>
      </dsp:txBody>
      <dsp:txXfrm>
        <a:off x="3286388" y="4856687"/>
        <a:ext cx="6147239" cy="14185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8DDE4-B2E6-4C39-848B-E963CF8F0081}">
      <dsp:nvSpPr>
        <dsp:cNvPr id="0" name=""/>
        <dsp:cNvSpPr/>
      </dsp:nvSpPr>
      <dsp:spPr>
        <a:xfrm>
          <a:off x="2577098" y="5143"/>
          <a:ext cx="7512054" cy="141857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Présentation du Jeu de Nim</a:t>
          </a:r>
          <a:endParaRPr lang="en-US" sz="6500" kern="1200" dirty="0"/>
        </a:p>
      </dsp:txBody>
      <dsp:txXfrm>
        <a:off x="3286388" y="5143"/>
        <a:ext cx="6093475" cy="1418579"/>
      </dsp:txXfrm>
    </dsp:sp>
    <dsp:sp modelId="{786371AC-733F-431A-BE39-84AB7CC053F2}">
      <dsp:nvSpPr>
        <dsp:cNvPr id="0" name=""/>
        <dsp:cNvSpPr/>
      </dsp:nvSpPr>
      <dsp:spPr>
        <a:xfrm>
          <a:off x="2577098" y="1622324"/>
          <a:ext cx="7494144" cy="1418579"/>
        </a:xfrm>
        <a:prstGeom prst="chevron">
          <a:avLst/>
        </a:prstGeom>
        <a:gradFill rotWithShape="0">
          <a:gsLst>
            <a:gs pos="0">
              <a:schemeClr val="accent2">
                <a:hueOff val="494650"/>
                <a:satOff val="-3641"/>
                <a:lumOff val="-124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494650"/>
                <a:satOff val="-3641"/>
                <a:lumOff val="-124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494650"/>
                <a:satOff val="-3641"/>
                <a:lumOff val="-124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Problématique du TIPE</a:t>
          </a:r>
          <a:endParaRPr lang="en-US" sz="6500" kern="1200"/>
        </a:p>
      </dsp:txBody>
      <dsp:txXfrm>
        <a:off x="3286388" y="1622324"/>
        <a:ext cx="6075565" cy="1418579"/>
      </dsp:txXfrm>
    </dsp:sp>
    <dsp:sp modelId="{673C59DD-89A6-4350-A404-C8053D520821}">
      <dsp:nvSpPr>
        <dsp:cNvPr id="0" name=""/>
        <dsp:cNvSpPr/>
      </dsp:nvSpPr>
      <dsp:spPr>
        <a:xfrm>
          <a:off x="2577098" y="3239506"/>
          <a:ext cx="7512054" cy="1418579"/>
        </a:xfrm>
        <a:prstGeom prst="chevron">
          <a:avLst/>
        </a:prstGeom>
        <a:gradFill rotWithShape="0">
          <a:gsLst>
            <a:gs pos="0">
              <a:schemeClr val="accent2">
                <a:hueOff val="989299"/>
                <a:satOff val="-7281"/>
                <a:lumOff val="-248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989299"/>
                <a:satOff val="-7281"/>
                <a:lumOff val="-248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989299"/>
                <a:satOff val="-7281"/>
                <a:lumOff val="-248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Objectifs du TIPE</a:t>
          </a:r>
          <a:endParaRPr lang="en-US" sz="6500" kern="1200"/>
        </a:p>
      </dsp:txBody>
      <dsp:txXfrm>
        <a:off x="3286388" y="3239506"/>
        <a:ext cx="6093475" cy="1418579"/>
      </dsp:txXfrm>
    </dsp:sp>
    <dsp:sp modelId="{C644F315-8D6A-4DC6-B5C7-C2FEE9E1EB43}">
      <dsp:nvSpPr>
        <dsp:cNvPr id="0" name=""/>
        <dsp:cNvSpPr/>
      </dsp:nvSpPr>
      <dsp:spPr>
        <a:xfrm>
          <a:off x="2577098" y="4856687"/>
          <a:ext cx="7565818" cy="1418579"/>
        </a:xfrm>
        <a:prstGeom prst="chevron">
          <a:avLst/>
        </a:prstGeom>
        <a:gradFill rotWithShape="0">
          <a:gsLst>
            <a:gs pos="0">
              <a:schemeClr val="accent2">
                <a:hueOff val="1483949"/>
                <a:satOff val="-10922"/>
                <a:lumOff val="-372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1483949"/>
                <a:satOff val="-10922"/>
                <a:lumOff val="-372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1483949"/>
                <a:satOff val="-10922"/>
                <a:lumOff val="-372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Pan d'étude </a:t>
          </a:r>
          <a:endParaRPr lang="en-US" sz="6500" kern="1200"/>
        </a:p>
      </dsp:txBody>
      <dsp:txXfrm>
        <a:off x="3286388" y="4856687"/>
        <a:ext cx="6147239" cy="14185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8DDE4-B2E6-4C39-848B-E963CF8F0081}">
      <dsp:nvSpPr>
        <dsp:cNvPr id="0" name=""/>
        <dsp:cNvSpPr/>
      </dsp:nvSpPr>
      <dsp:spPr>
        <a:xfrm>
          <a:off x="2577098" y="5143"/>
          <a:ext cx="7512054" cy="141857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Présentation du Jeu de Nim</a:t>
          </a:r>
          <a:endParaRPr lang="en-US" sz="6500" kern="1200" dirty="0"/>
        </a:p>
      </dsp:txBody>
      <dsp:txXfrm>
        <a:off x="3286388" y="5143"/>
        <a:ext cx="6093475" cy="1418579"/>
      </dsp:txXfrm>
    </dsp:sp>
    <dsp:sp modelId="{786371AC-733F-431A-BE39-84AB7CC053F2}">
      <dsp:nvSpPr>
        <dsp:cNvPr id="0" name=""/>
        <dsp:cNvSpPr/>
      </dsp:nvSpPr>
      <dsp:spPr>
        <a:xfrm>
          <a:off x="2577098" y="1622324"/>
          <a:ext cx="7494144" cy="1418579"/>
        </a:xfrm>
        <a:prstGeom prst="chevron">
          <a:avLst/>
        </a:prstGeom>
        <a:gradFill rotWithShape="0">
          <a:gsLst>
            <a:gs pos="0">
              <a:schemeClr val="accent2">
                <a:hueOff val="494650"/>
                <a:satOff val="-3641"/>
                <a:lumOff val="-124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494650"/>
                <a:satOff val="-3641"/>
                <a:lumOff val="-124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494650"/>
                <a:satOff val="-3641"/>
                <a:lumOff val="-124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Problématique du TIPE</a:t>
          </a:r>
          <a:endParaRPr lang="en-US" sz="6500" kern="1200"/>
        </a:p>
      </dsp:txBody>
      <dsp:txXfrm>
        <a:off x="3286388" y="1622324"/>
        <a:ext cx="6075565" cy="1418579"/>
      </dsp:txXfrm>
    </dsp:sp>
    <dsp:sp modelId="{673C59DD-89A6-4350-A404-C8053D520821}">
      <dsp:nvSpPr>
        <dsp:cNvPr id="0" name=""/>
        <dsp:cNvSpPr/>
      </dsp:nvSpPr>
      <dsp:spPr>
        <a:xfrm>
          <a:off x="2577098" y="3239506"/>
          <a:ext cx="7512054" cy="1418579"/>
        </a:xfrm>
        <a:prstGeom prst="chevron">
          <a:avLst/>
        </a:prstGeom>
        <a:gradFill rotWithShape="0">
          <a:gsLst>
            <a:gs pos="0">
              <a:schemeClr val="accent2">
                <a:hueOff val="989299"/>
                <a:satOff val="-7281"/>
                <a:lumOff val="-248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989299"/>
                <a:satOff val="-7281"/>
                <a:lumOff val="-248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989299"/>
                <a:satOff val="-7281"/>
                <a:lumOff val="-248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Objectifs du TIPE</a:t>
          </a:r>
          <a:endParaRPr lang="en-US" sz="6500" kern="1200"/>
        </a:p>
      </dsp:txBody>
      <dsp:txXfrm>
        <a:off x="3286388" y="3239506"/>
        <a:ext cx="6093475" cy="1418579"/>
      </dsp:txXfrm>
    </dsp:sp>
    <dsp:sp modelId="{C644F315-8D6A-4DC6-B5C7-C2FEE9E1EB43}">
      <dsp:nvSpPr>
        <dsp:cNvPr id="0" name=""/>
        <dsp:cNvSpPr/>
      </dsp:nvSpPr>
      <dsp:spPr>
        <a:xfrm>
          <a:off x="2577098" y="4856687"/>
          <a:ext cx="7565818" cy="1418579"/>
        </a:xfrm>
        <a:prstGeom prst="chevron">
          <a:avLst/>
        </a:prstGeom>
        <a:gradFill rotWithShape="0">
          <a:gsLst>
            <a:gs pos="0">
              <a:schemeClr val="accent2">
                <a:hueOff val="1483949"/>
                <a:satOff val="-10922"/>
                <a:lumOff val="-372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1483949"/>
                <a:satOff val="-10922"/>
                <a:lumOff val="-372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1483949"/>
                <a:satOff val="-10922"/>
                <a:lumOff val="-372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Pan d'étude </a:t>
          </a:r>
          <a:endParaRPr lang="en-US" sz="6500" kern="1200"/>
        </a:p>
      </dsp:txBody>
      <dsp:txXfrm>
        <a:off x="3286388" y="4856687"/>
        <a:ext cx="6147239" cy="14185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79019-66BC-464A-8ABC-DE326813A0DF}">
      <dsp:nvSpPr>
        <dsp:cNvPr id="0" name=""/>
        <dsp:cNvSpPr/>
      </dsp:nvSpPr>
      <dsp:spPr>
        <a:xfrm>
          <a:off x="0" y="507896"/>
          <a:ext cx="10515600" cy="80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6503F-8012-474B-AEC9-DF606E865740}">
      <dsp:nvSpPr>
        <dsp:cNvPr id="0" name=""/>
        <dsp:cNvSpPr/>
      </dsp:nvSpPr>
      <dsp:spPr>
        <a:xfrm>
          <a:off x="525780" y="35576"/>
          <a:ext cx="7360920" cy="9446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>
              <a:latin typeface="The Serif Hand Black"/>
            </a:rPr>
            <a:t>Principes des jeux combinatoires</a:t>
          </a:r>
          <a:endParaRPr lang="fr-FR" sz="3200" kern="1200" dirty="0"/>
        </a:p>
      </dsp:txBody>
      <dsp:txXfrm>
        <a:off x="571894" y="81690"/>
        <a:ext cx="7268692" cy="852412"/>
      </dsp:txXfrm>
    </dsp:sp>
    <dsp:sp modelId="{3B65CD0F-15D5-4F36-8D2A-341488DD935F}">
      <dsp:nvSpPr>
        <dsp:cNvPr id="0" name=""/>
        <dsp:cNvSpPr/>
      </dsp:nvSpPr>
      <dsp:spPr>
        <a:xfrm>
          <a:off x="0" y="1959416"/>
          <a:ext cx="10515600" cy="80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1D6A9-334D-4CC3-AD2C-50F2BD38B8A8}">
      <dsp:nvSpPr>
        <dsp:cNvPr id="0" name=""/>
        <dsp:cNvSpPr/>
      </dsp:nvSpPr>
      <dsp:spPr>
        <a:xfrm>
          <a:off x="525780" y="1487096"/>
          <a:ext cx="7360920" cy="9446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>
              <a:latin typeface="The Serif Hand Black"/>
            </a:rPr>
            <a:t>Etude du Jeu de </a:t>
          </a:r>
          <a:r>
            <a:rPr lang="fr-FR" sz="3200" kern="1200" dirty="0" err="1">
              <a:latin typeface="The Serif Hand Black"/>
            </a:rPr>
            <a:t>Nim</a:t>
          </a:r>
          <a:endParaRPr lang="fr-FR" sz="3200" kern="1200" dirty="0" err="1"/>
        </a:p>
      </dsp:txBody>
      <dsp:txXfrm>
        <a:off x="571894" y="1533210"/>
        <a:ext cx="7268692" cy="852412"/>
      </dsp:txXfrm>
    </dsp:sp>
    <dsp:sp modelId="{4DBC6FD2-2356-4125-9930-21C88640F147}">
      <dsp:nvSpPr>
        <dsp:cNvPr id="0" name=""/>
        <dsp:cNvSpPr/>
      </dsp:nvSpPr>
      <dsp:spPr>
        <a:xfrm>
          <a:off x="0" y="3410935"/>
          <a:ext cx="10515600" cy="80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82C261-6EA8-4835-8F65-3998791E5B74}">
      <dsp:nvSpPr>
        <dsp:cNvPr id="0" name=""/>
        <dsp:cNvSpPr/>
      </dsp:nvSpPr>
      <dsp:spPr>
        <a:xfrm>
          <a:off x="525780" y="2938616"/>
          <a:ext cx="7360920" cy="9446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>
              <a:latin typeface="The Serif Hand Black"/>
            </a:rPr>
            <a:t>Généralisation au jeu de </a:t>
          </a:r>
          <a:r>
            <a:rPr lang="fr-FR" sz="3200" kern="1200" dirty="0" err="1">
              <a:latin typeface="The Serif Hand Black"/>
            </a:rPr>
            <a:t>Marienbad</a:t>
          </a:r>
          <a:endParaRPr lang="fr-FR" sz="3200" kern="1200" dirty="0" err="1"/>
        </a:p>
      </dsp:txBody>
      <dsp:txXfrm>
        <a:off x="571894" y="2984730"/>
        <a:ext cx="7268692" cy="852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87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37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79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16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7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0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9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6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19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8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54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e image contenant bougie, Caractère coloré, match, conception&#10;&#10;Description générée automatiquement">
            <a:extLst>
              <a:ext uri="{FF2B5EF4-FFF2-40B4-BE49-F238E27FC236}">
                <a16:creationId xmlns:a16="http://schemas.microsoft.com/office/drawing/2014/main" id="{2416C3DA-7721-5B79-10D0-F262D8811F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36039" r="1" b="26968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F51725E-A483-43B2-A6F2-C44F502FE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37549"/>
            <a:ext cx="12191999" cy="5058137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30000"/>
                </a:schemeClr>
              </a:gs>
              <a:gs pos="80000">
                <a:schemeClr val="tx1">
                  <a:alpha val="15000"/>
                </a:schemeClr>
              </a:gs>
              <a:gs pos="0">
                <a:schemeClr val="tx1">
                  <a:alpha val="0"/>
                </a:schemeClr>
              </a:gs>
              <a:gs pos="2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pPr algn="ctr"/>
            <a:r>
              <a:rPr lang="fr-FR" sz="10800">
                <a:solidFill>
                  <a:schemeClr val="bg1"/>
                </a:solidFill>
                <a:ea typeface="Calibri Light"/>
                <a:cs typeface="Calibri Light"/>
              </a:rPr>
              <a:t>tipe</a:t>
            </a:r>
            <a:endParaRPr lang="fr-FR" sz="10800">
              <a:solidFill>
                <a:schemeClr val="bg1"/>
              </a:solidFill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85BABD7-2780-A013-AFF9-EDADACDF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fr-FR" sz="3200">
                <a:solidFill>
                  <a:schemeClr val="bg1"/>
                </a:solidFill>
              </a:rPr>
              <a:t>Jeu de Nim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8214997-E253-237B-36CD-E0DBE66B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fr-FR" sz="7200" dirty="0"/>
              <a:t>Sommaire</a:t>
            </a: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E72E29"/>
          </a:solidFill>
          <a:ln w="34925">
            <a:solidFill>
              <a:srgbClr val="E72E2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Espace réservé du contenu 2" descr="t">
            <a:extLst>
              <a:ext uri="{FF2B5EF4-FFF2-40B4-BE49-F238E27FC236}">
                <a16:creationId xmlns:a16="http://schemas.microsoft.com/office/drawing/2014/main" id="{D19FA6E0-626A-92BE-B304-239D94DE22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084857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253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Espace réservé du contenu 2" descr="t">
            <a:extLst>
              <a:ext uri="{FF2B5EF4-FFF2-40B4-BE49-F238E27FC236}">
                <a16:creationId xmlns:a16="http://schemas.microsoft.com/office/drawing/2014/main" id="{2387F98C-51D2-2637-39DF-35708BB6B2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4386770"/>
              </p:ext>
            </p:extLst>
          </p:nvPr>
        </p:nvGraphicFramePr>
        <p:xfrm>
          <a:off x="409343" y="288794"/>
          <a:ext cx="12720016" cy="62804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lèche : pentagone 1">
            <a:extLst>
              <a:ext uri="{FF2B5EF4-FFF2-40B4-BE49-F238E27FC236}">
                <a16:creationId xmlns:a16="http://schemas.microsoft.com/office/drawing/2014/main" id="{91CF360E-5C07-E850-1AE5-BA8E7F3F33B4}"/>
              </a:ext>
            </a:extLst>
          </p:cNvPr>
          <p:cNvSpPr/>
          <p:nvPr/>
        </p:nvSpPr>
        <p:spPr>
          <a:xfrm>
            <a:off x="1892595" y="314749"/>
            <a:ext cx="1534096" cy="1385455"/>
          </a:xfrm>
          <a:prstGeom prst="homePlate">
            <a:avLst/>
          </a:prstGeom>
          <a:solidFill>
            <a:srgbClr val="EFAD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pentagone 3">
            <a:extLst>
              <a:ext uri="{FF2B5EF4-FFF2-40B4-BE49-F238E27FC236}">
                <a16:creationId xmlns:a16="http://schemas.microsoft.com/office/drawing/2014/main" id="{5A24636B-2E4B-E97F-5590-732580A47D67}"/>
              </a:ext>
            </a:extLst>
          </p:cNvPr>
          <p:cNvSpPr/>
          <p:nvPr/>
        </p:nvSpPr>
        <p:spPr>
          <a:xfrm>
            <a:off x="1394691" y="1949614"/>
            <a:ext cx="2032000" cy="1385455"/>
          </a:xfrm>
          <a:prstGeom prst="homePlate">
            <a:avLst/>
          </a:prstGeom>
          <a:solidFill>
            <a:srgbClr val="E7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8783594A-ADCC-35A4-8D08-3983E72D685E}"/>
              </a:ext>
            </a:extLst>
          </p:cNvPr>
          <p:cNvSpPr/>
          <p:nvPr/>
        </p:nvSpPr>
        <p:spPr>
          <a:xfrm>
            <a:off x="1394691" y="3566681"/>
            <a:ext cx="2032000" cy="1385455"/>
          </a:xfrm>
          <a:prstGeom prst="homePlate">
            <a:avLst/>
          </a:prstGeom>
          <a:solidFill>
            <a:srgbClr val="DCB9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7145C0E0-4933-BCE2-343C-18B2FCA85F26}"/>
              </a:ext>
            </a:extLst>
          </p:cNvPr>
          <p:cNvSpPr/>
          <p:nvPr/>
        </p:nvSpPr>
        <p:spPr>
          <a:xfrm>
            <a:off x="1394691" y="5183748"/>
            <a:ext cx="2032000" cy="1385455"/>
          </a:xfrm>
          <a:prstGeom prst="homePlate">
            <a:avLst/>
          </a:prstGeom>
          <a:solidFill>
            <a:srgbClr val="DACB9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33ECF4-A329-3A9E-5E26-8C0C723A6FC1}"/>
              </a:ext>
            </a:extLst>
          </p:cNvPr>
          <p:cNvSpPr/>
          <p:nvPr/>
        </p:nvSpPr>
        <p:spPr>
          <a:xfrm>
            <a:off x="995082" y="1783341"/>
            <a:ext cx="9802227" cy="507465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3E65A43-2824-8169-7C42-4C476F1D5AAC}"/>
              </a:ext>
            </a:extLst>
          </p:cNvPr>
          <p:cNvSpPr txBox="1"/>
          <p:nvPr/>
        </p:nvSpPr>
        <p:spPr>
          <a:xfrm>
            <a:off x="2293732" y="663549"/>
            <a:ext cx="18110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105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/>
            <a:ahLst/>
            <a:cxnLst/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3FF282-AA19-367F-7E4A-3CC14E45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75997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dirty="0"/>
              <a:t>Presentation du jeu de </a:t>
            </a:r>
            <a:r>
              <a:rPr lang="en-US" sz="6000" dirty="0" err="1"/>
              <a:t>nim</a:t>
            </a:r>
            <a:endParaRPr lang="en-US" sz="6000" dirty="0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27432"/>
          </a:xfrm>
          <a:custGeom>
            <a:avLst/>
            <a:gdLst>
              <a:gd name="connsiteX0" fmla="*/ 0 w 3291840"/>
              <a:gd name="connsiteY0" fmla="*/ 0 h 27432"/>
              <a:gd name="connsiteX1" fmla="*/ 625450 w 3291840"/>
              <a:gd name="connsiteY1" fmla="*/ 0 h 27432"/>
              <a:gd name="connsiteX2" fmla="*/ 1283818 w 3291840"/>
              <a:gd name="connsiteY2" fmla="*/ 0 h 27432"/>
              <a:gd name="connsiteX3" fmla="*/ 1975104 w 3291840"/>
              <a:gd name="connsiteY3" fmla="*/ 0 h 27432"/>
              <a:gd name="connsiteX4" fmla="*/ 2666390 w 3291840"/>
              <a:gd name="connsiteY4" fmla="*/ 0 h 27432"/>
              <a:gd name="connsiteX5" fmla="*/ 3291840 w 3291840"/>
              <a:gd name="connsiteY5" fmla="*/ 0 h 27432"/>
              <a:gd name="connsiteX6" fmla="*/ 3291840 w 3291840"/>
              <a:gd name="connsiteY6" fmla="*/ 27432 h 27432"/>
              <a:gd name="connsiteX7" fmla="*/ 2567635 w 3291840"/>
              <a:gd name="connsiteY7" fmla="*/ 27432 h 27432"/>
              <a:gd name="connsiteX8" fmla="*/ 1843430 w 3291840"/>
              <a:gd name="connsiteY8" fmla="*/ 27432 h 27432"/>
              <a:gd name="connsiteX9" fmla="*/ 1185062 w 3291840"/>
              <a:gd name="connsiteY9" fmla="*/ 27432 h 27432"/>
              <a:gd name="connsiteX10" fmla="*/ 0 w 3291840"/>
              <a:gd name="connsiteY10" fmla="*/ 27432 h 27432"/>
              <a:gd name="connsiteX11" fmla="*/ 0 w 3291840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1840" h="27432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0674" y="7395"/>
                  <a:pt x="3291885" y="21864"/>
                  <a:pt x="3291840" y="27432"/>
                </a:cubicBezTo>
                <a:cubicBezTo>
                  <a:pt x="3043276" y="47012"/>
                  <a:pt x="2921041" y="-3764"/>
                  <a:pt x="2567635" y="27432"/>
                </a:cubicBezTo>
                <a:cubicBezTo>
                  <a:pt x="2214230" y="58628"/>
                  <a:pt x="2189623" y="-3875"/>
                  <a:pt x="1843430" y="27432"/>
                </a:cubicBezTo>
                <a:cubicBezTo>
                  <a:pt x="1497237" y="58739"/>
                  <a:pt x="1492584" y="38324"/>
                  <a:pt x="1185062" y="27432"/>
                </a:cubicBezTo>
                <a:cubicBezTo>
                  <a:pt x="877540" y="16540"/>
                  <a:pt x="313238" y="555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91840" h="27432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2033" y="12649"/>
                  <a:pt x="3290852" y="17989"/>
                  <a:pt x="3291840" y="27432"/>
                </a:cubicBezTo>
                <a:cubicBezTo>
                  <a:pt x="3120474" y="24858"/>
                  <a:pt x="2816568" y="13777"/>
                  <a:pt x="2633472" y="27432"/>
                </a:cubicBezTo>
                <a:cubicBezTo>
                  <a:pt x="2450376" y="41087"/>
                  <a:pt x="2160769" y="46494"/>
                  <a:pt x="1909267" y="27432"/>
                </a:cubicBezTo>
                <a:cubicBezTo>
                  <a:pt x="1657765" y="8370"/>
                  <a:pt x="1623992" y="18792"/>
                  <a:pt x="1349654" y="27432"/>
                </a:cubicBezTo>
                <a:cubicBezTo>
                  <a:pt x="1075316" y="36072"/>
                  <a:pt x="833426" y="43325"/>
                  <a:pt x="691286" y="27432"/>
                </a:cubicBezTo>
                <a:cubicBezTo>
                  <a:pt x="549146" y="11539"/>
                  <a:pt x="342011" y="33345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E72E29"/>
          </a:solidFill>
          <a:ln w="38100" cap="rnd">
            <a:solidFill>
              <a:srgbClr val="E72E2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ce réservé du contenu 3" descr="Une image contenant match&#10;&#10;Description générée automatiquement">
            <a:extLst>
              <a:ext uri="{FF2B5EF4-FFF2-40B4-BE49-F238E27FC236}">
                <a16:creationId xmlns:a16="http://schemas.microsoft.com/office/drawing/2014/main" id="{35A75C77-FC54-1D35-B465-B929BAAEF0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-125" b="999"/>
          <a:stretch/>
        </p:blipFill>
        <p:spPr>
          <a:xfrm>
            <a:off x="1772182" y="2642616"/>
            <a:ext cx="2710131" cy="3895344"/>
          </a:xfrm>
          <a:prstGeom prst="rect">
            <a:avLst/>
          </a:prstGeom>
        </p:spPr>
      </p:pic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3303B4B-F315-37D3-8140-265FF5AE9FF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54496" y="2716477"/>
            <a:ext cx="5614416" cy="37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65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Espace réservé du contenu 2" descr="t">
            <a:extLst>
              <a:ext uri="{FF2B5EF4-FFF2-40B4-BE49-F238E27FC236}">
                <a16:creationId xmlns:a16="http://schemas.microsoft.com/office/drawing/2014/main" id="{2387F98C-51D2-2637-39DF-35708BB6B204}"/>
              </a:ext>
            </a:extLst>
          </p:cNvPr>
          <p:cNvGraphicFramePr>
            <a:graphicFrameLocks/>
          </p:cNvGraphicFramePr>
          <p:nvPr/>
        </p:nvGraphicFramePr>
        <p:xfrm>
          <a:off x="409343" y="288794"/>
          <a:ext cx="12720016" cy="62804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lèche : pentagone 1">
            <a:extLst>
              <a:ext uri="{FF2B5EF4-FFF2-40B4-BE49-F238E27FC236}">
                <a16:creationId xmlns:a16="http://schemas.microsoft.com/office/drawing/2014/main" id="{91CF360E-5C07-E850-1AE5-BA8E7F3F33B4}"/>
              </a:ext>
            </a:extLst>
          </p:cNvPr>
          <p:cNvSpPr/>
          <p:nvPr/>
        </p:nvSpPr>
        <p:spPr>
          <a:xfrm>
            <a:off x="1394691" y="303232"/>
            <a:ext cx="2032000" cy="1385455"/>
          </a:xfrm>
          <a:prstGeom prst="homePlate">
            <a:avLst/>
          </a:prstGeom>
          <a:solidFill>
            <a:srgbClr val="EFAD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pentagone 3">
            <a:extLst>
              <a:ext uri="{FF2B5EF4-FFF2-40B4-BE49-F238E27FC236}">
                <a16:creationId xmlns:a16="http://schemas.microsoft.com/office/drawing/2014/main" id="{5A24636B-2E4B-E97F-5590-732580A47D67}"/>
              </a:ext>
            </a:extLst>
          </p:cNvPr>
          <p:cNvSpPr/>
          <p:nvPr/>
        </p:nvSpPr>
        <p:spPr>
          <a:xfrm>
            <a:off x="1394691" y="1949614"/>
            <a:ext cx="2032000" cy="1385455"/>
          </a:xfrm>
          <a:prstGeom prst="homePlate">
            <a:avLst/>
          </a:prstGeom>
          <a:solidFill>
            <a:srgbClr val="E7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8783594A-ADCC-35A4-8D08-3983E72D685E}"/>
              </a:ext>
            </a:extLst>
          </p:cNvPr>
          <p:cNvSpPr/>
          <p:nvPr/>
        </p:nvSpPr>
        <p:spPr>
          <a:xfrm>
            <a:off x="1394691" y="3566681"/>
            <a:ext cx="2032000" cy="1385455"/>
          </a:xfrm>
          <a:prstGeom prst="homePlate">
            <a:avLst/>
          </a:prstGeom>
          <a:solidFill>
            <a:srgbClr val="DCB9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7145C0E0-4933-BCE2-343C-18B2FCA85F26}"/>
              </a:ext>
            </a:extLst>
          </p:cNvPr>
          <p:cNvSpPr/>
          <p:nvPr/>
        </p:nvSpPr>
        <p:spPr>
          <a:xfrm>
            <a:off x="1394691" y="5183748"/>
            <a:ext cx="2032000" cy="1385455"/>
          </a:xfrm>
          <a:prstGeom prst="homePlate">
            <a:avLst/>
          </a:prstGeom>
          <a:solidFill>
            <a:srgbClr val="DACB9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33ECF4-A329-3A9E-5E26-8C0C723A6FC1}"/>
              </a:ext>
            </a:extLst>
          </p:cNvPr>
          <p:cNvSpPr/>
          <p:nvPr/>
        </p:nvSpPr>
        <p:spPr>
          <a:xfrm>
            <a:off x="995082" y="3522932"/>
            <a:ext cx="9802227" cy="507465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2715E9-2223-6B4D-3D7E-490686E12F45}"/>
              </a:ext>
            </a:extLst>
          </p:cNvPr>
          <p:cNvSpPr/>
          <p:nvPr/>
        </p:nvSpPr>
        <p:spPr>
          <a:xfrm>
            <a:off x="995082" y="-3312908"/>
            <a:ext cx="9802227" cy="507465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931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/>
            <a:ahLst/>
            <a:cxnLst/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Point d’interrogation jaune">
            <a:extLst>
              <a:ext uri="{FF2B5EF4-FFF2-40B4-BE49-F238E27FC236}">
                <a16:creationId xmlns:a16="http://schemas.microsoft.com/office/drawing/2014/main" id="{9B142B89-C6D2-4FE8-75C7-536E369643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6263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3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E767F0-C50B-95F9-6913-50D72463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322616"/>
            <a:ext cx="10905059" cy="26512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Problématique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E5597F-CE67-4085-9548-E6A8036D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93881" y="4035362"/>
            <a:ext cx="540423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30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Espace réservé du contenu 2" descr="t">
            <a:extLst>
              <a:ext uri="{FF2B5EF4-FFF2-40B4-BE49-F238E27FC236}">
                <a16:creationId xmlns:a16="http://schemas.microsoft.com/office/drawing/2014/main" id="{2387F98C-51D2-2637-39DF-35708BB6B204}"/>
              </a:ext>
            </a:extLst>
          </p:cNvPr>
          <p:cNvGraphicFramePr>
            <a:graphicFrameLocks/>
          </p:cNvGraphicFramePr>
          <p:nvPr/>
        </p:nvGraphicFramePr>
        <p:xfrm>
          <a:off x="409343" y="288794"/>
          <a:ext cx="12720016" cy="62804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lèche : pentagone 1">
            <a:extLst>
              <a:ext uri="{FF2B5EF4-FFF2-40B4-BE49-F238E27FC236}">
                <a16:creationId xmlns:a16="http://schemas.microsoft.com/office/drawing/2014/main" id="{91CF360E-5C07-E850-1AE5-BA8E7F3F33B4}"/>
              </a:ext>
            </a:extLst>
          </p:cNvPr>
          <p:cNvSpPr/>
          <p:nvPr/>
        </p:nvSpPr>
        <p:spPr>
          <a:xfrm>
            <a:off x="1394691" y="303232"/>
            <a:ext cx="2032000" cy="1385455"/>
          </a:xfrm>
          <a:prstGeom prst="homePlate">
            <a:avLst/>
          </a:prstGeom>
          <a:solidFill>
            <a:srgbClr val="EFAD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pentagone 3">
            <a:extLst>
              <a:ext uri="{FF2B5EF4-FFF2-40B4-BE49-F238E27FC236}">
                <a16:creationId xmlns:a16="http://schemas.microsoft.com/office/drawing/2014/main" id="{5A24636B-2E4B-E97F-5590-732580A47D67}"/>
              </a:ext>
            </a:extLst>
          </p:cNvPr>
          <p:cNvSpPr/>
          <p:nvPr/>
        </p:nvSpPr>
        <p:spPr>
          <a:xfrm>
            <a:off x="1394691" y="1949614"/>
            <a:ext cx="2032000" cy="1385455"/>
          </a:xfrm>
          <a:prstGeom prst="homePlate">
            <a:avLst/>
          </a:prstGeom>
          <a:solidFill>
            <a:srgbClr val="E7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8783594A-ADCC-35A4-8D08-3983E72D685E}"/>
              </a:ext>
            </a:extLst>
          </p:cNvPr>
          <p:cNvSpPr/>
          <p:nvPr/>
        </p:nvSpPr>
        <p:spPr>
          <a:xfrm>
            <a:off x="1394691" y="3566681"/>
            <a:ext cx="2032000" cy="1385455"/>
          </a:xfrm>
          <a:prstGeom prst="homePlate">
            <a:avLst/>
          </a:prstGeom>
          <a:solidFill>
            <a:srgbClr val="DCB9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7145C0E0-4933-BCE2-343C-18B2FCA85F26}"/>
              </a:ext>
            </a:extLst>
          </p:cNvPr>
          <p:cNvSpPr/>
          <p:nvPr/>
        </p:nvSpPr>
        <p:spPr>
          <a:xfrm>
            <a:off x="1394691" y="5183748"/>
            <a:ext cx="2032000" cy="1385455"/>
          </a:xfrm>
          <a:prstGeom prst="homePlate">
            <a:avLst/>
          </a:prstGeom>
          <a:solidFill>
            <a:srgbClr val="DACB9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33ECF4-A329-3A9E-5E26-8C0C723A6FC1}"/>
              </a:ext>
            </a:extLst>
          </p:cNvPr>
          <p:cNvSpPr/>
          <p:nvPr/>
        </p:nvSpPr>
        <p:spPr>
          <a:xfrm>
            <a:off x="995082" y="5047536"/>
            <a:ext cx="9802227" cy="507465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123E03-BB7B-D5C4-2979-C3F30B3141B3}"/>
              </a:ext>
            </a:extLst>
          </p:cNvPr>
          <p:cNvSpPr/>
          <p:nvPr/>
        </p:nvSpPr>
        <p:spPr>
          <a:xfrm>
            <a:off x="700914" y="-1706548"/>
            <a:ext cx="9802227" cy="507465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6750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313D79-67E5-21EB-EFEF-BC8C4866C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fr-FR" sz="7200" dirty="0"/>
              <a:t>objectifs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E72E29"/>
          </a:solidFill>
          <a:ln w="38100" cap="rnd">
            <a:solidFill>
              <a:srgbClr val="E72E2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67B280-F135-F7B0-0CDF-0B556BD1F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Comprendre Le fonctionnement </a:t>
            </a:r>
            <a:r>
              <a:rPr lang="fr-FR" dirty="0">
                <a:ea typeface="+mn-lt"/>
                <a:cs typeface="+mn-lt"/>
              </a:rPr>
              <a:t>du Jeu de </a:t>
            </a:r>
            <a:r>
              <a:rPr lang="fr-FR" dirty="0" err="1">
                <a:ea typeface="+mn-lt"/>
                <a:cs typeface="+mn-lt"/>
              </a:rPr>
              <a:t>Nim</a:t>
            </a:r>
            <a:endParaRPr lang="fr-FR" dirty="0" err="1"/>
          </a:p>
          <a:p>
            <a:r>
              <a:rPr lang="fr-FR" dirty="0" err="1"/>
              <a:t>Definir</a:t>
            </a:r>
            <a:r>
              <a:rPr lang="fr-FR" dirty="0"/>
              <a:t> un algorithme permettant de maximiser la </a:t>
            </a:r>
            <a:r>
              <a:rPr lang="fr-FR" dirty="0" err="1"/>
              <a:t>reuissite</a:t>
            </a:r>
            <a:r>
              <a:rPr lang="fr-FR" dirty="0"/>
              <a:t> </a:t>
            </a:r>
          </a:p>
        </p:txBody>
      </p:sp>
      <p:pic>
        <p:nvPicPr>
          <p:cNvPr id="5" name="Picture 4" descr="Trois flèches dans le mille">
            <a:extLst>
              <a:ext uri="{FF2B5EF4-FFF2-40B4-BE49-F238E27FC236}">
                <a16:creationId xmlns:a16="http://schemas.microsoft.com/office/drawing/2014/main" id="{194342F4-1C90-C396-CD4B-D0546FFB79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26" r="44375" b="5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5984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Espace réservé du contenu 2" descr="t">
            <a:extLst>
              <a:ext uri="{FF2B5EF4-FFF2-40B4-BE49-F238E27FC236}">
                <a16:creationId xmlns:a16="http://schemas.microsoft.com/office/drawing/2014/main" id="{2387F98C-51D2-2637-39DF-35708BB6B204}"/>
              </a:ext>
            </a:extLst>
          </p:cNvPr>
          <p:cNvGraphicFramePr>
            <a:graphicFrameLocks/>
          </p:cNvGraphicFramePr>
          <p:nvPr/>
        </p:nvGraphicFramePr>
        <p:xfrm>
          <a:off x="409343" y="288794"/>
          <a:ext cx="12720016" cy="62804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lèche : pentagone 1">
            <a:extLst>
              <a:ext uri="{FF2B5EF4-FFF2-40B4-BE49-F238E27FC236}">
                <a16:creationId xmlns:a16="http://schemas.microsoft.com/office/drawing/2014/main" id="{91CF360E-5C07-E850-1AE5-BA8E7F3F33B4}"/>
              </a:ext>
            </a:extLst>
          </p:cNvPr>
          <p:cNvSpPr/>
          <p:nvPr/>
        </p:nvSpPr>
        <p:spPr>
          <a:xfrm>
            <a:off x="1394691" y="303232"/>
            <a:ext cx="2032000" cy="1385455"/>
          </a:xfrm>
          <a:prstGeom prst="homePlate">
            <a:avLst/>
          </a:prstGeom>
          <a:solidFill>
            <a:srgbClr val="EFAD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pentagone 3">
            <a:extLst>
              <a:ext uri="{FF2B5EF4-FFF2-40B4-BE49-F238E27FC236}">
                <a16:creationId xmlns:a16="http://schemas.microsoft.com/office/drawing/2014/main" id="{5A24636B-2E4B-E97F-5590-732580A47D67}"/>
              </a:ext>
            </a:extLst>
          </p:cNvPr>
          <p:cNvSpPr/>
          <p:nvPr/>
        </p:nvSpPr>
        <p:spPr>
          <a:xfrm>
            <a:off x="1394691" y="1949614"/>
            <a:ext cx="2032000" cy="1385455"/>
          </a:xfrm>
          <a:prstGeom prst="homePlate">
            <a:avLst/>
          </a:prstGeom>
          <a:solidFill>
            <a:srgbClr val="E7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8783594A-ADCC-35A4-8D08-3983E72D685E}"/>
              </a:ext>
            </a:extLst>
          </p:cNvPr>
          <p:cNvSpPr/>
          <p:nvPr/>
        </p:nvSpPr>
        <p:spPr>
          <a:xfrm>
            <a:off x="1394691" y="3566681"/>
            <a:ext cx="2032000" cy="1385455"/>
          </a:xfrm>
          <a:prstGeom prst="homePlate">
            <a:avLst/>
          </a:prstGeom>
          <a:solidFill>
            <a:srgbClr val="DCB9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7145C0E0-4933-BCE2-343C-18B2FCA85F26}"/>
              </a:ext>
            </a:extLst>
          </p:cNvPr>
          <p:cNvSpPr/>
          <p:nvPr/>
        </p:nvSpPr>
        <p:spPr>
          <a:xfrm>
            <a:off x="1394691" y="5183748"/>
            <a:ext cx="2032000" cy="1385455"/>
          </a:xfrm>
          <a:prstGeom prst="homePlate">
            <a:avLst/>
          </a:prstGeom>
          <a:solidFill>
            <a:srgbClr val="DACB9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33ECF4-A329-3A9E-5E26-8C0C723A6FC1}"/>
              </a:ext>
            </a:extLst>
          </p:cNvPr>
          <p:cNvSpPr/>
          <p:nvPr/>
        </p:nvSpPr>
        <p:spPr>
          <a:xfrm>
            <a:off x="835593" y="-6717"/>
            <a:ext cx="9802227" cy="507465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6450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314ED-0F1C-4069-FAA6-9C94BB84D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d'étude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CBA13CF4-0638-AE01-22BD-8B136C6BDB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843371"/>
              </p:ext>
            </p:extLst>
          </p:nvPr>
        </p:nvGraphicFramePr>
        <p:xfrm>
          <a:off x="838200" y="1928813"/>
          <a:ext cx="10515600" cy="4252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1164240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AnalogousFromRegularSeedRightStep">
      <a:dk1>
        <a:srgbClr val="000000"/>
      </a:dk1>
      <a:lt1>
        <a:srgbClr val="FFFFFF"/>
      </a:lt1>
      <a:dk2>
        <a:srgbClr val="393620"/>
      </a:dk2>
      <a:lt2>
        <a:srgbClr val="E2E8E8"/>
      </a:lt2>
      <a:accent1>
        <a:srgbClr val="E72E29"/>
      </a:accent1>
      <a:accent2>
        <a:srgbClr val="D56B17"/>
      </a:accent2>
      <a:accent3>
        <a:srgbClr val="B8A221"/>
      </a:accent3>
      <a:accent4>
        <a:srgbClr val="87B213"/>
      </a:accent4>
      <a:accent5>
        <a:srgbClr val="50BA21"/>
      </a:accent5>
      <a:accent6>
        <a:srgbClr val="15BD27"/>
      </a:accent6>
      <a:hlink>
        <a:srgbClr val="319193"/>
      </a:hlink>
      <a:folHlink>
        <a:srgbClr val="7F7F7F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109</Words>
  <Application>Microsoft Office PowerPoint</Application>
  <PresentationFormat>Grand écran</PresentationFormat>
  <Paragraphs>33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The Hand Bold</vt:lpstr>
      <vt:lpstr>The Serif Hand Black</vt:lpstr>
      <vt:lpstr>SketchyVTI</vt:lpstr>
      <vt:lpstr>tipe</vt:lpstr>
      <vt:lpstr>Sommaire</vt:lpstr>
      <vt:lpstr>Présentation PowerPoint</vt:lpstr>
      <vt:lpstr>Presentation du jeu de nim</vt:lpstr>
      <vt:lpstr>Présentation PowerPoint</vt:lpstr>
      <vt:lpstr>Problématique</vt:lpstr>
      <vt:lpstr>Présentation PowerPoint</vt:lpstr>
      <vt:lpstr>objectifs</vt:lpstr>
      <vt:lpstr>Présentation PowerPoint</vt:lpstr>
      <vt:lpstr>Plan d'étude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david egbakou</cp:lastModifiedBy>
  <cp:revision>176</cp:revision>
  <dcterms:created xsi:type="dcterms:W3CDTF">2023-10-25T18:34:56Z</dcterms:created>
  <dcterms:modified xsi:type="dcterms:W3CDTF">2023-10-25T22:54:34Z</dcterms:modified>
</cp:coreProperties>
</file>